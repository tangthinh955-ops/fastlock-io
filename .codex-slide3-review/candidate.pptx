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c869c19bbbd248b1" /><Relationship Type="http://schemas.openxmlformats.org/officeDocument/2006/relationships/extended-properties" Target="/docProps/app.xml" Id="Rd659a2b6aa4e4f40" /><Relationship Type="http://schemas.openxmlformats.org/officeDocument/2006/relationships/officeDocument" Target="/ppt/presentation.xml" Id="R8674f69269174e6f" /></Relationships>
</file>

<file path=ppt/presentation.xml><?xml version="1.0" encoding="utf-8"?>
<p:presentation xmlns:p="http://schemas.openxmlformats.org/presentationml/2006/main">
  <p:sldMasterIdLst>
    <p:sldMasterId xmlns:r="http://schemas.openxmlformats.org/officeDocument/2006/relationships" id="2147483648" r:id="R952d072cbebd45f5"/>
  </p:sldMasterIdLst>
  <p:notesMasterIdLst>
    <p:notesMasterId xmlns:r="http://schemas.openxmlformats.org/officeDocument/2006/relationships" r:id="Ra302a67dcbd64994"/>
  </p:notesMasterIdLst>
  <p:sldIdLst>
    <p:sldId xmlns:r="http://schemas.openxmlformats.org/officeDocument/2006/relationships" id="256" r:id="R25af6e077b494ee2"/>
    <p:sldId xmlns:r="http://schemas.openxmlformats.org/officeDocument/2006/relationships" id="257" r:id="Rea99b3c2d67849df"/>
    <p:sldId xmlns:r="http://schemas.openxmlformats.org/officeDocument/2006/relationships" id="258" r:id="Rb0efa0cb6a804ea1"/>
    <p:sldId xmlns:r="http://schemas.openxmlformats.org/officeDocument/2006/relationships" id="259" r:id="R009b3932f72d401b"/>
  </p:sldIdLst>
  <p:sldSz cx="12191365"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snapToObjects="1" showGuides="0">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1748a760d298417d" /><Relationship Type="http://schemas.openxmlformats.org/officeDocument/2006/relationships/slideMaster" Target="/ppt/slideMasters/slideMaster1.xml" Id="R952d072cbebd45f5" /><Relationship Type="http://schemas.openxmlformats.org/officeDocument/2006/relationships/notesMaster" Target="/ppt/notesMasters/notesMaster1.xml" Id="Ra302a67dcbd64994" /><Relationship Type="http://schemas.openxmlformats.org/officeDocument/2006/relationships/presProps" Target="/ppt/presProps.xml" Id="Rb3656c77deb14116" /><Relationship Type="http://schemas.openxmlformats.org/officeDocument/2006/relationships/viewProps" Target="/ppt/viewProps.xml" Id="Re2d0053bdde34e46" /><Relationship Type="http://schemas.openxmlformats.org/officeDocument/2006/relationships/tableStyles" Target="/ppt/tableStyles.xml" Id="Ra3ea427b5ddb4101" /><Relationship Type="http://schemas.openxmlformats.org/officeDocument/2006/relationships/slide" Target="/ppt/slides/slide1.xml" Id="R25af6e077b494ee2" /><Relationship Type="http://schemas.openxmlformats.org/officeDocument/2006/relationships/slide" Target="/ppt/slides/slide2.xml" Id="Rea99b3c2d67849df" /><Relationship Type="http://schemas.openxmlformats.org/officeDocument/2006/relationships/slide" Target="/ppt/slides/slide3.xml" Id="Rb0efa0cb6a804ea1" /><Relationship Type="http://schemas.openxmlformats.org/officeDocument/2006/relationships/slide" Target="/ppt/slides/slide4.xml" Id="R009b3932f72d401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1854fc4e1b94f3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e66ca0f72c54e86" /><Relationship Type="http://schemas.openxmlformats.org/officeDocument/2006/relationships/notesMaster" Target="/ppt/notesMasters/notesMaster1.xml" Id="R08e35f6b305444e0" /></Relationships>
</file>

<file path=ppt/notesSlides/_rels/notesSlide2.xml.rels>&#65279;<?xml version="1.0" encoding="utf-8"?><Relationships xmlns="http://schemas.openxmlformats.org/package/2006/relationships"><Relationship Type="http://schemas.openxmlformats.org/officeDocument/2006/relationships/slide" Target="/ppt/slides/slide2.xml" Id="R8f5ae8359b074f13" /><Relationship Type="http://schemas.openxmlformats.org/officeDocument/2006/relationships/notesMaster" Target="/ppt/notesMasters/notesMaster1.xml" Id="R01712a16b9e04c89" /></Relationships>
</file>

<file path=ppt/notesSlides/_rels/notesSlide3.xml.rels>&#65279;<?xml version="1.0" encoding="utf-8"?><Relationships xmlns="http://schemas.openxmlformats.org/package/2006/relationships"><Relationship Type="http://schemas.openxmlformats.org/officeDocument/2006/relationships/slide" Target="/ppt/slides/slide3.xml" Id="R22024699c45e444c" /><Relationship Type="http://schemas.openxmlformats.org/officeDocument/2006/relationships/notesMaster" Target="/ppt/notesMasters/notesMaster1.xml" Id="R730357c300d24585" /></Relationships>
</file>

<file path=ppt/notesSlides/_rels/notesSlide4.xml.rels>&#65279;<?xml version="1.0" encoding="utf-8"?><Relationships xmlns="http://schemas.openxmlformats.org/package/2006/relationships"><Relationship Type="http://schemas.openxmlformats.org/officeDocument/2006/relationships/slide" Target="/ppt/slides/slide4.xml" Id="Rf7bc353149ea495a" /><Relationship Type="http://schemas.openxmlformats.org/officeDocument/2006/relationships/notesMaster" Target="/ppt/notesMasters/notesMaster1.xml" Id="Re23706bc9c5744a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KỊCH BẢN NÓI (35 GIÂY):</a:t>
            </a:r>
          </a:p>
          <a:p xmlns:a="http://schemas.openxmlformats.org/drawingml/2006/main">
            <a:r>
              <a:t>'Trước đây, các chatbot bán hàng thông thường hoạt động theo dạng bấm nút hoặc cài từ khóa sẵn. Điểm yếu là khách chỉ cần gõ sai một từ hoặc hỏi tự nhiên là bot sẽ trả lời 'Tôi không hiểu', gây mất thiện cảm và dễ mất khách. Để giải quyết việc này, hệ thống của em tích hợp Mô hình ngôn ngữ lớn (LLM), giúp chatbot hiểu được cách nói chuyện tự nhiên của khách và tư vấn linh hoạt theo dữ liệu sản phẩm của shop.'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KỊCH BẢN NÓI (45 GIÂY):</a:t>
            </a:r>
          </a:p>
          <a:p xmlns:a="http://schemas.openxmlformats.org/drawingml/2006/main">
            <a:r>
              <a:t>'Khi giao tiếp với AI, Backend đóng gói dữ liệu thành 3 vai trò: System là lời dặn nhân cách và dữ liệu sản phẩm; User là câu hỏi của khách; và Assistant là lời đáp của AI. Về bản chất, AI không hề có trí nhớ, mỗi lần gọi API nó đều 'mất trí nhớ' như người mới. Để AI nhớ được chuyện vừa nói, Backend sẽ lưu toàn bộ chat vào Database; mỗi khi khách hỏi câu mới, Backend sẽ gom các câu hỏi cũ và câu trả lời cũ gửi ngược lại cho AI đọc lại từ đầu. Nhờ đó, AI nắm được toàn bộ mạch câu chuyện và trả lời rất liền mạch.'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Lý do lựa chọn chính: chi phí thử nghiệm. Nhóm đã thử hỏi đáp và đánh giá phản hồi nhanh; chưa có số liệu thời gian đo cụ thể nên slide không ghi 200–500 ms. GroqCloud là dịch vụ inference; Qwen là mô hình. Model trong ai.service.ts: qwen/qwen3.8-27b. Hạn mức gồm request và token, kiểm tra quota thực tế trong Console. Nguồn: https://console.groq.com/docs/rate-limits ; https://console.groq.com/docs/vision . Chỉ chỉnh slide 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KỊCH BẢN NÓI (30 GIÂY):</a:t>
            </a:r>
          </a:p>
          <a:p xmlns:a="http://schemas.openxmlformats.org/drawingml/2006/main">
            <a:r>
              <a:t>'Đây là sơ đồ tuần tự thể hiện toàn bộ quy trình: Khách gửi câu hỏi qua Inbox -&gt; Backend truy vấn Database để lấy lịch sử chat cũ cùng thông tin sản phẩm -&gt; Đóng gói thành mảng dữ liệu gửi sang Groq -&gt; AI xử lý trong chưa đầy 1 giây và trả về -&gt; Backend lưu vào Database và lập tức hiển thị câu trả lời lên màn hình của khách. Em xin kết thúc phần trình bày module AI ạ!'</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341aba9c4cc4890"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0ab43539a3104b76"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e47cb089e68e4155"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82de221116c14b55"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c8dfb6a082b04df0"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44daa951f6844a19"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6defe6b3fa8b4e00"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dd4d867763074f44"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0b83b779647f4a51"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39c1cd94eeb2436f"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e90ef18c18d44fcc" /></Relationships>
</file>

<file path=ppt/slideLayouts/slideLayout1.xml><?xml version="1.0" encoding="utf-8"?>
<p:sldLayout xmlns:p="http://schemas.openxmlformats.org/presentationml/2006/main" type="title" preserve="1">
  <p:cSld name="Title Slide">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E5AF447F-5AB6-40AD-AD5F-40D9C11838A5}"/>
              </a:ext>
            </a:extLst>
          </p:cNvPr>
          <p:cNvSpPr>
            <a:spLocks xmlns:a="http://schemas.openxmlformats.org/drawingml/2006/main" noGrp="1"/>
          </p:cNvSpPr>
          <p:nvPr>
            <p:ph type="ctrTitle" idx="0"/>
          </p:nvPr>
        </p:nvSpPr>
        <p:spPr>
          <a:xfrm xmlns:a="http://schemas.openxmlformats.org/drawingml/2006/main">
            <a:off x="685800" y="2130425"/>
            <a:ext cx="7772400" cy="1470025"/>
          </a:xfrm>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Subtitle 2">
            <a:extLst xmlns:a="http://schemas.openxmlformats.org/drawingml/2006/main">
              <a:ext uri="{FF2B5EF4-FFF2-40B4-BE49-F238E27FC236}">
                <a16:creationId xmlns:a16="http://schemas.microsoft.com/office/drawing/2014/main" id="{F653E597-07DF-490F-A8B3-DB9259C686E3}"/>
              </a:ext>
            </a:extLst>
          </p:cNvPr>
          <p:cNvSpPr>
            <a:spLocks xmlns:a="http://schemas.openxmlformats.org/drawingml/2006/main" noGrp="1"/>
          </p:cNvSpPr>
          <p:nvPr>
            <p:ph type="subTitle" idx="1"/>
          </p:nvPr>
        </p:nvSpPr>
        <p:spPr>
          <a:xfrm xmlns:a="http://schemas.openxmlformats.org/drawingml/2006/main">
            <a:off x="1371600" y="3886200"/>
            <a:ext cx="6400800" cy="1752600"/>
          </a:xfrm>
        </p:spPr>
        <p:txBody>
          <a:bodyPr xmlns:a="http://schemas.openxmlformats.org/drawingml/2006/main"/>
          <a:lstStyle xmlns:a="http://schemas.openxmlformats.org/drawingml/2006/main">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xmlns:a="http://schemas.openxmlformats.org/drawingml/2006/main">
            <a:r>
              <a:t>Click to edit Master subtitle style</a:t>
            </a:r>
            <a:endParaRPr/>
          </a:p>
        </p:txBody>
      </p:sp>
      <p:sp>
        <p:nvSpPr>
          <p:cNvPr id="4" name="Date Placeholder 3">
            <a:extLst xmlns:a="http://schemas.openxmlformats.org/drawingml/2006/main">
              <a:ext uri="{FF2B5EF4-FFF2-40B4-BE49-F238E27FC236}">
                <a16:creationId xmlns:a16="http://schemas.microsoft.com/office/drawing/2014/main" id="{966D6DD6-1794-45AA-97C9-B668858658D5}"/>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endParaRPr/>
          </a:p>
        </p:txBody>
      </p:sp>
      <p:sp>
        <p:nvSpPr>
          <p:cNvPr id="5" name="Footer Placeholder 4">
            <a:extLst xmlns:a="http://schemas.openxmlformats.org/drawingml/2006/main">
              <a:ext uri="{FF2B5EF4-FFF2-40B4-BE49-F238E27FC236}">
                <a16:creationId xmlns:a16="http://schemas.microsoft.com/office/drawing/2014/main" id="{C5551E1D-101C-40D9-A0BC-8401C280AA7C}"/>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19B3F1FA-09E9-49CE-B64A-BE7534C0ED68}"/>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endParaRPr/>
          </a:p>
        </p:txBody>
      </p:sp>
    </p:spTree>
  </p:cSld>
</p:sldLayout>
</file>

<file path=ppt/slideLayouts/slideLayout2.xml><?xml version="1.0" encoding="utf-8"?>
<p:sldLayout xmlns:p="http://schemas.openxmlformats.org/presentationml/2006/main" type="obj" preserve="1">
  <p:cSld name="Title and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9D957022-2EC3-4C27-A19C-1673BA342028}"/>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Content Placeholder 2">
            <a:extLst xmlns:a="http://schemas.openxmlformats.org/drawingml/2006/main">
              <a:ext uri="{FF2B5EF4-FFF2-40B4-BE49-F238E27FC236}">
                <a16:creationId xmlns:a16="http://schemas.microsoft.com/office/drawing/2014/main" id="{29D72F9D-C333-4B5D-B4D2-3F883210BD45}"/>
              </a:ext>
            </a:extLst>
          </p:cNvPr>
          <p:cNvSpPr>
            <a:spLocks xmlns:a="http://schemas.openxmlformats.org/drawingml/2006/main" noGrp="1"/>
          </p:cNvSpPr>
          <p:nvPr>
            <p:ph idx="1"/>
          </p:nvPr>
        </p:nvSpPr>
        <p:spPr/>
        <p:txBody>
          <a:bodyPr xmlns:a="http://schemas.openxmlformats.org/drawingml/2006/main"/>
          <a:lstStyle xmlns:a="http://schemas.openxmlformats.org/drawingml/2006/main"/>
          <a:p xmlns:a="http://schemas.openxmlformats.org/drawingml/2006/main">
            <a:pPr lvl="0">
              <a:buNone/>
            </a:pPr>
            <a:r>
              <a:t>Click to edit Master text styles</a:t>
            </a:r>
            <a:endParaRPr/>
          </a:p>
          <a:p xmlns:a="http://schemas.openxmlformats.org/drawingml/2006/main">
            <a:pPr lvl="1">
              <a:buNone/>
            </a:pPr>
            <a:r>
              <a:t>Second level</a:t>
            </a:r>
            <a:endParaRPr/>
          </a:p>
          <a:p xmlns:a="http://schemas.openxmlformats.org/drawingml/2006/main">
            <a:pPr lvl="2">
              <a:buNone/>
            </a:pPr>
            <a:r>
              <a:t>Third level</a:t>
            </a:r>
            <a:endParaRPr/>
          </a:p>
          <a:p xmlns:a="http://schemas.openxmlformats.org/drawingml/2006/main">
            <a:pPr lvl="3">
              <a:buNone/>
            </a:pPr>
            <a:r>
              <a:t>Fourth level</a:t>
            </a:r>
            <a:endParaRP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F585EFB7-25F4-498C-9185-C9E296C39986}"/>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endParaRPr/>
          </a:p>
        </p:txBody>
      </p:sp>
      <p:sp>
        <p:nvSpPr>
          <p:cNvPr id="5" name="Footer Placeholder 4">
            <a:extLst xmlns:a="http://schemas.openxmlformats.org/drawingml/2006/main">
              <a:ext uri="{FF2B5EF4-FFF2-40B4-BE49-F238E27FC236}">
                <a16:creationId xmlns:a16="http://schemas.microsoft.com/office/drawing/2014/main" id="{7C82E690-395B-416A-975A-4FDE67433960}"/>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11C629ED-FB71-4A36-B6CF-2B71E07F6826}"/>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endParaRPr/>
          </a:p>
        </p:txBody>
      </p:sp>
    </p:spTree>
  </p:cSld>
</p:sldLayout>
</file>

<file path=ppt/slideLayouts/slideLayout3.xml><?xml version="1.0" encoding="utf-8"?>
<p:sldLayout xmlns:p="http://schemas.openxmlformats.org/presentationml/2006/main" type="secHead" preserve="1">
  <p:cSld name="Section Header">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9923970D-3B90-491D-A7B9-EC13EA9F9DFE}"/>
              </a:ext>
            </a:extLst>
          </p:cNvPr>
          <p:cNvSpPr>
            <a:spLocks xmlns:a="http://schemas.openxmlformats.org/drawingml/2006/main" noGrp="1"/>
          </p:cNvSpPr>
          <p:nvPr>
            <p:ph type="title" idx="0"/>
          </p:nvPr>
        </p:nvSpPr>
        <p:spPr>
          <a:xfrm xmlns:a="http://schemas.openxmlformats.org/drawingml/2006/main">
            <a:off x="722313" y="4406900"/>
            <a:ext cx="7772400" cy="1362075"/>
          </a:xfrm>
        </p:spPr>
        <p:txBody>
          <a:bodyPr xmlns:a="http://schemas.openxmlformats.org/drawingml/2006/main" anchor="t"/>
          <a:lstStyle xmlns:a="http://schemas.openxmlformats.org/drawingml/2006/main">
            <a:lvl1pPr algn="l">
              <a:buNone/>
              <a:defRPr sz="4000" b="1" cap="all"/>
            </a:lvl1pPr>
          </a:lstStyle>
          <a:p xmlns:a="http://schemas.openxmlformats.org/drawingml/2006/main">
            <a:r>
              <a:t>Click to edit Master title style</a:t>
            </a:r>
            <a:endParaRPr/>
          </a:p>
        </p:txBody>
      </p:sp>
      <p:sp>
        <p:nvSpPr>
          <p:cNvPr id="3" name="Text Placeholder 2">
            <a:extLst xmlns:a="http://schemas.openxmlformats.org/drawingml/2006/main">
              <a:ext uri="{FF2B5EF4-FFF2-40B4-BE49-F238E27FC236}">
                <a16:creationId xmlns:a16="http://schemas.microsoft.com/office/drawing/2014/main" id="{B0AAF294-05FB-4F20-A0AC-5EC9539A845A}"/>
              </a:ext>
            </a:extLst>
          </p:cNvPr>
          <p:cNvSpPr>
            <a:spLocks xmlns:a="http://schemas.openxmlformats.org/drawingml/2006/main" noGrp="1"/>
          </p:cNvSpPr>
          <p:nvPr>
            <p:ph type="body" idx="1"/>
          </p:nvPr>
        </p:nvSpPr>
        <p:spPr>
          <a:xfrm xmlns:a="http://schemas.openxmlformats.org/drawingml/2006/main">
            <a:off x="722313" y="2906713"/>
            <a:ext cx="7772400" cy="1500187"/>
          </a:xfrm>
        </p:spPr>
        <p:txBody>
          <a:bodyPr xmlns:a="http://schemas.openxmlformats.org/drawingml/2006/main" anchor="b"/>
          <a:lstStyle xmlns:a="http://schemas.openxmlformats.org/drawingml/2006/main">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xmlns:a="http://schemas.openxmlformats.org/drawingml/2006/main">
            <a:pPr lvl="0">
              <a:buNone/>
            </a:pPr>
            <a:r>
              <a:t>Click to edit Master text styles</a:t>
            </a:r>
            <a:endParaRPr/>
          </a:p>
        </p:txBody>
      </p:sp>
      <p:sp>
        <p:nvSpPr>
          <p:cNvPr id="4" name="Date Placeholder 3">
            <a:extLst xmlns:a="http://schemas.openxmlformats.org/drawingml/2006/main">
              <a:ext uri="{FF2B5EF4-FFF2-40B4-BE49-F238E27FC236}">
                <a16:creationId xmlns:a16="http://schemas.microsoft.com/office/drawing/2014/main" id="{DDA192C6-778F-48BB-A203-0058109C7F18}"/>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endParaRPr/>
          </a:p>
        </p:txBody>
      </p:sp>
      <p:sp>
        <p:nvSpPr>
          <p:cNvPr id="5" name="Footer Placeholder 4">
            <a:extLst xmlns:a="http://schemas.openxmlformats.org/drawingml/2006/main">
              <a:ext uri="{FF2B5EF4-FFF2-40B4-BE49-F238E27FC236}">
                <a16:creationId xmlns:a16="http://schemas.microsoft.com/office/drawing/2014/main" id="{338E080E-FAD5-48ED-9AA8-BDB1B1E41B00}"/>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578BD53D-0740-4B3F-84CC-F6001E45B7E3}"/>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endParaRPr/>
          </a:p>
        </p:txBody>
      </p:sp>
    </p:spTree>
  </p:cSld>
</p:sldLayout>
</file>

<file path=ppt/slideLayouts/slideLayout4.xml><?xml version="1.0" encoding="utf-8"?>
<p:sldLayout xmlns:p="http://schemas.openxmlformats.org/presentationml/2006/main" type="twoObj" preserve="1">
  <p:cSld name="Two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695EE17E-2BBB-4357-A3E0-C1AC08E67DC2}"/>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Content Placeholder 2">
            <a:extLst xmlns:a="http://schemas.openxmlformats.org/drawingml/2006/main">
              <a:ext uri="{FF2B5EF4-FFF2-40B4-BE49-F238E27FC236}">
                <a16:creationId xmlns:a16="http://schemas.microsoft.com/office/drawing/2014/main" id="{48DE50D7-233C-430D-99A6-DBA5081FD20D}"/>
              </a:ext>
            </a:extLst>
          </p:cNvPr>
          <p:cNvSpPr>
            <a:spLocks xmlns:a="http://schemas.openxmlformats.org/drawingml/2006/main" noGrp="1"/>
          </p:cNvSpPr>
          <p:nvPr>
            <p:ph idx="1"/>
          </p:nvPr>
        </p:nvSpPr>
        <p:spPr>
          <a:xfrm xmlns:a="http://schemas.openxmlformats.org/drawingml/2006/main">
            <a:off x="457200" y="1600200"/>
            <a:ext cx="4038600" cy="4525963"/>
          </a:xfrm>
        </p:spPr>
        <p:txBody>
          <a:bodyPr xmlns:a="http://schemas.openxmlformats.org/drawingml/2006/main"/>
          <a:lstStyle xmlns:a="http://schemas.openxmlformats.org/drawingml/2006/main">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xmlns:a="http://schemas.openxmlformats.org/drawingml/2006/main">
            <a:pPr lvl="0">
              <a:buNone/>
            </a:pPr>
            <a:r>
              <a:t>Click to edit Master text styles</a:t>
            </a:r>
            <a:endParaRPr/>
          </a:p>
          <a:p xmlns:a="http://schemas.openxmlformats.org/drawingml/2006/main">
            <a:pPr lvl="1">
              <a:buNone/>
            </a:pPr>
            <a:r>
              <a:t>Second level</a:t>
            </a:r>
            <a:endParaRPr/>
          </a:p>
          <a:p xmlns:a="http://schemas.openxmlformats.org/drawingml/2006/main">
            <a:pPr lvl="2">
              <a:buNone/>
            </a:pPr>
            <a:r>
              <a:t>Third level</a:t>
            </a:r>
            <a:endParaRPr/>
          </a:p>
          <a:p xmlns:a="http://schemas.openxmlformats.org/drawingml/2006/main">
            <a:pPr lvl="3">
              <a:buNone/>
            </a:pPr>
            <a:r>
              <a:t>Fourth level</a:t>
            </a:r>
            <a:endParaRPr/>
          </a:p>
          <a:p xmlns:a="http://schemas.openxmlformats.org/drawingml/2006/main">
            <a:pPr lvl="4">
              <a:buNone/>
            </a:pPr>
            <a:r>
              <a:t>Fifth level</a:t>
            </a:r>
            <a:endParaRPr/>
          </a:p>
        </p:txBody>
      </p:sp>
      <p:sp>
        <p:nvSpPr>
          <p:cNvPr id="4" name="Content Placeholder 3">
            <a:extLst xmlns:a="http://schemas.openxmlformats.org/drawingml/2006/main">
              <a:ext uri="{FF2B5EF4-FFF2-40B4-BE49-F238E27FC236}">
                <a16:creationId xmlns:a16="http://schemas.microsoft.com/office/drawing/2014/main" id="{E4EBF6F9-1144-4107-8729-D113C3112553}"/>
              </a:ext>
            </a:extLst>
          </p:cNvPr>
          <p:cNvSpPr>
            <a:spLocks xmlns:a="http://schemas.openxmlformats.org/drawingml/2006/main" noGrp="1"/>
          </p:cNvSpPr>
          <p:nvPr>
            <p:ph idx="2"/>
          </p:nvPr>
        </p:nvSpPr>
        <p:spPr>
          <a:xfrm xmlns:a="http://schemas.openxmlformats.org/drawingml/2006/main">
            <a:off x="4648200" y="1600200"/>
            <a:ext cx="4038600" cy="4525963"/>
          </a:xfrm>
        </p:spPr>
        <p:txBody>
          <a:bodyPr xmlns:a="http://schemas.openxmlformats.org/drawingml/2006/main"/>
          <a:lstStyle xmlns:a="http://schemas.openxmlformats.org/drawingml/2006/main">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xmlns:a="http://schemas.openxmlformats.org/drawingml/2006/main">
            <a:pPr lvl="0">
              <a:buNone/>
            </a:pPr>
            <a:r>
              <a:t>Click to edit Master text styles</a:t>
            </a:r>
            <a:endParaRPr/>
          </a:p>
          <a:p xmlns:a="http://schemas.openxmlformats.org/drawingml/2006/main">
            <a:pPr lvl="1">
              <a:buNone/>
            </a:pPr>
            <a:r>
              <a:t>Second level</a:t>
            </a:r>
            <a:endParaRPr/>
          </a:p>
          <a:p xmlns:a="http://schemas.openxmlformats.org/drawingml/2006/main">
            <a:pPr lvl="2">
              <a:buNone/>
            </a:pPr>
            <a:r>
              <a:t>Third level</a:t>
            </a:r>
            <a:endParaRPr/>
          </a:p>
          <a:p xmlns:a="http://schemas.openxmlformats.org/drawingml/2006/main">
            <a:pPr lvl="3">
              <a:buNone/>
            </a:pPr>
            <a:r>
              <a:t>Fourth level</a:t>
            </a:r>
            <a:endParaRPr/>
          </a:p>
          <a:p xmlns:a="http://schemas.openxmlformats.org/drawingml/2006/main">
            <a:pPr lvl="4">
              <a:buNone/>
            </a:pPr>
            <a:r>
              <a:t>Fifth level</a:t>
            </a:r>
            <a:endParaRPr/>
          </a:p>
        </p:txBody>
      </p:sp>
      <p:sp>
        <p:nvSpPr>
          <p:cNvPr id="5" name="Date Placeholder 4">
            <a:extLst xmlns:a="http://schemas.openxmlformats.org/drawingml/2006/main">
              <a:ext uri="{FF2B5EF4-FFF2-40B4-BE49-F238E27FC236}">
                <a16:creationId xmlns:a16="http://schemas.microsoft.com/office/drawing/2014/main" id="{B2ECAF65-F137-408B-B1B5-4DACAE271E2B}"/>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endParaRPr/>
          </a:p>
        </p:txBody>
      </p:sp>
      <p:sp>
        <p:nvSpPr>
          <p:cNvPr id="6" name="Footer Placeholder 5">
            <a:extLst xmlns:a="http://schemas.openxmlformats.org/drawingml/2006/main">
              <a:ext uri="{FF2B5EF4-FFF2-40B4-BE49-F238E27FC236}">
                <a16:creationId xmlns:a16="http://schemas.microsoft.com/office/drawing/2014/main" id="{80CD115A-2515-4B15-9057-0C454020B19D}"/>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ECECDFB5-195B-4927-8F20-42D9D89C5D96}"/>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endParaRPr/>
          </a:p>
        </p:txBody>
      </p:sp>
    </p:spTree>
  </p:cSld>
</p:sldLayout>
</file>

<file path=ppt/slideLayouts/slideLayout5.xml><?xml version="1.0" encoding="utf-8"?>
<p:sldLayout xmlns:p="http://schemas.openxmlformats.org/presentationml/2006/main" type="twoTxTwoObj" preserve="1">
  <p:cSld name="Comparis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BF44B50D-8649-4F59-B54A-33DE9DE9F10F}"/>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lvl1pPr>
              <a:buNone/>
              <a:defRPr/>
            </a:lvl1pPr>
          </a:lstStyle>
          <a:p xmlns:a="http://schemas.openxmlformats.org/drawingml/2006/main">
            <a:r>
              <a:t>Click to edit Master title style</a:t>
            </a:r>
            <a:endParaRPr/>
          </a:p>
        </p:txBody>
      </p:sp>
      <p:sp>
        <p:nvSpPr>
          <p:cNvPr id="3" name="Text Placeholder 2">
            <a:extLst xmlns:a="http://schemas.openxmlformats.org/drawingml/2006/main">
              <a:ext uri="{FF2B5EF4-FFF2-40B4-BE49-F238E27FC236}">
                <a16:creationId xmlns:a16="http://schemas.microsoft.com/office/drawing/2014/main" id="{D02006F7-2E49-4814-B9DC-491D2137DAC8}"/>
              </a:ext>
            </a:extLst>
          </p:cNvPr>
          <p:cNvSpPr>
            <a:spLocks xmlns:a="http://schemas.openxmlformats.org/drawingml/2006/main" noGrp="1"/>
          </p:cNvSpPr>
          <p:nvPr>
            <p:ph type="body" idx="1"/>
          </p:nvPr>
        </p:nvSpPr>
        <p:spPr>
          <a:xfrm xmlns:a="http://schemas.openxmlformats.org/drawingml/2006/main">
            <a:off x="457200" y="1535113"/>
            <a:ext cx="4040188" cy="63976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endParaRPr/>
          </a:p>
        </p:txBody>
      </p:sp>
      <p:sp>
        <p:nvSpPr>
          <p:cNvPr id="4" name="Content Placeholder 3">
            <a:extLst xmlns:a="http://schemas.openxmlformats.org/drawingml/2006/main">
              <a:ext uri="{FF2B5EF4-FFF2-40B4-BE49-F238E27FC236}">
                <a16:creationId xmlns:a16="http://schemas.microsoft.com/office/drawing/2014/main" id="{369CC326-8D5A-4043-BF51-F9510577EACA}"/>
              </a:ext>
            </a:extLst>
          </p:cNvPr>
          <p:cNvSpPr>
            <a:spLocks xmlns:a="http://schemas.openxmlformats.org/drawingml/2006/main" noGrp="1"/>
          </p:cNvSpPr>
          <p:nvPr>
            <p:ph idx="2"/>
          </p:nvPr>
        </p:nvSpPr>
        <p:spPr>
          <a:xfrm xmlns:a="http://schemas.openxmlformats.org/drawingml/2006/main">
            <a:off x="457200" y="2174875"/>
            <a:ext cx="4040188" cy="3951288"/>
          </a:xfrm>
        </p:spPr>
        <p:txBody>
          <a:bodyPr xmlns:a="http://schemas.openxmlformats.org/drawingml/2006/main"/>
          <a:lstStyle xmlns:a="http://schemas.openxmlformats.org/drawingml/2006/main">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xmlns:a="http://schemas.openxmlformats.org/drawingml/2006/main">
            <a:pPr lvl="0">
              <a:buNone/>
            </a:pPr>
            <a:r>
              <a:t>Click to edit Master text styles</a:t>
            </a:r>
            <a:endParaRPr/>
          </a:p>
          <a:p xmlns:a="http://schemas.openxmlformats.org/drawingml/2006/main">
            <a:pPr lvl="1">
              <a:buNone/>
            </a:pPr>
            <a:r>
              <a:t>Second level</a:t>
            </a:r>
            <a:endParaRPr/>
          </a:p>
          <a:p xmlns:a="http://schemas.openxmlformats.org/drawingml/2006/main">
            <a:pPr lvl="2">
              <a:buNone/>
            </a:pPr>
            <a:r>
              <a:t>Third level</a:t>
            </a:r>
            <a:endParaRPr/>
          </a:p>
          <a:p xmlns:a="http://schemas.openxmlformats.org/drawingml/2006/main">
            <a:pPr lvl="3">
              <a:buNone/>
            </a:pPr>
            <a:r>
              <a:t>Fourth level</a:t>
            </a:r>
            <a:endParaRPr/>
          </a:p>
          <a:p xmlns:a="http://schemas.openxmlformats.org/drawingml/2006/main">
            <a:pPr lvl="4">
              <a:buNone/>
            </a:pPr>
            <a:r>
              <a:t>Fifth level</a:t>
            </a:r>
            <a:endParaRPr/>
          </a:p>
        </p:txBody>
      </p:sp>
      <p:sp>
        <p:nvSpPr>
          <p:cNvPr id="5" name="Text Placeholder 4">
            <a:extLst xmlns:a="http://schemas.openxmlformats.org/drawingml/2006/main">
              <a:ext uri="{FF2B5EF4-FFF2-40B4-BE49-F238E27FC236}">
                <a16:creationId xmlns:a16="http://schemas.microsoft.com/office/drawing/2014/main" id="{2C1208E1-6DEE-4228-8463-E17F972D7EE3}"/>
              </a:ext>
            </a:extLst>
          </p:cNvPr>
          <p:cNvSpPr>
            <a:spLocks xmlns:a="http://schemas.openxmlformats.org/drawingml/2006/main" noGrp="1"/>
          </p:cNvSpPr>
          <p:nvPr>
            <p:ph type="body" idx="3"/>
          </p:nvPr>
        </p:nvSpPr>
        <p:spPr>
          <a:xfrm xmlns:a="http://schemas.openxmlformats.org/drawingml/2006/main">
            <a:off x="4645025" y="1535113"/>
            <a:ext cx="4041775" cy="63976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endParaRPr/>
          </a:p>
        </p:txBody>
      </p:sp>
      <p:sp>
        <p:nvSpPr>
          <p:cNvPr id="6" name="Content Placeholder 5">
            <a:extLst xmlns:a="http://schemas.openxmlformats.org/drawingml/2006/main">
              <a:ext uri="{FF2B5EF4-FFF2-40B4-BE49-F238E27FC236}">
                <a16:creationId xmlns:a16="http://schemas.microsoft.com/office/drawing/2014/main" id="{23E97ABD-15D6-4C11-B3BC-2A6B76B29A92}"/>
              </a:ext>
            </a:extLst>
          </p:cNvPr>
          <p:cNvSpPr>
            <a:spLocks xmlns:a="http://schemas.openxmlformats.org/drawingml/2006/main" noGrp="1"/>
          </p:cNvSpPr>
          <p:nvPr>
            <p:ph idx="4"/>
          </p:nvPr>
        </p:nvSpPr>
        <p:spPr>
          <a:xfrm xmlns:a="http://schemas.openxmlformats.org/drawingml/2006/main">
            <a:off x="4645025" y="2174875"/>
            <a:ext cx="4041775" cy="3951288"/>
          </a:xfrm>
        </p:spPr>
        <p:txBody>
          <a:bodyPr xmlns:a="http://schemas.openxmlformats.org/drawingml/2006/main"/>
          <a:lstStyle xmlns:a="http://schemas.openxmlformats.org/drawingml/2006/main">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xmlns:a="http://schemas.openxmlformats.org/drawingml/2006/main">
            <a:pPr lvl="0">
              <a:buNone/>
            </a:pPr>
            <a:r>
              <a:t>Click to edit Master text styles</a:t>
            </a:r>
            <a:endParaRPr/>
          </a:p>
          <a:p xmlns:a="http://schemas.openxmlformats.org/drawingml/2006/main">
            <a:pPr lvl="1">
              <a:buNone/>
            </a:pPr>
            <a:r>
              <a:t>Second level</a:t>
            </a:r>
            <a:endParaRPr/>
          </a:p>
          <a:p xmlns:a="http://schemas.openxmlformats.org/drawingml/2006/main">
            <a:pPr lvl="2">
              <a:buNone/>
            </a:pPr>
            <a:r>
              <a:t>Third level</a:t>
            </a:r>
            <a:endParaRPr/>
          </a:p>
          <a:p xmlns:a="http://schemas.openxmlformats.org/drawingml/2006/main">
            <a:pPr lvl="3">
              <a:buNone/>
            </a:pPr>
            <a:r>
              <a:t>Fourth level</a:t>
            </a:r>
            <a:endParaRPr/>
          </a:p>
          <a:p xmlns:a="http://schemas.openxmlformats.org/drawingml/2006/main">
            <a:pPr lvl="4">
              <a:buNone/>
            </a:pPr>
            <a:r>
              <a:t>Fifth level</a:t>
            </a:r>
            <a:endParaRPr/>
          </a:p>
        </p:txBody>
      </p:sp>
      <p:sp>
        <p:nvSpPr>
          <p:cNvPr id="7" name="Date Placeholder 6">
            <a:extLst xmlns:a="http://schemas.openxmlformats.org/drawingml/2006/main">
              <a:ext uri="{FF2B5EF4-FFF2-40B4-BE49-F238E27FC236}">
                <a16:creationId xmlns:a16="http://schemas.microsoft.com/office/drawing/2014/main" id="{16A23F6E-ECEF-4823-822A-CAD991A76E97}"/>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endParaRPr/>
          </a:p>
        </p:txBody>
      </p:sp>
      <p:sp>
        <p:nvSpPr>
          <p:cNvPr id="8" name="Footer Placeholder 7">
            <a:extLst xmlns:a="http://schemas.openxmlformats.org/drawingml/2006/main">
              <a:ext uri="{FF2B5EF4-FFF2-40B4-BE49-F238E27FC236}">
                <a16:creationId xmlns:a16="http://schemas.microsoft.com/office/drawing/2014/main" id="{00D99FC4-18C8-4F1C-B1D5-AF025CC87D88}"/>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9" name="Slide Number Placeholder 8">
            <a:extLst xmlns:a="http://schemas.openxmlformats.org/drawingml/2006/main">
              <a:ext uri="{FF2B5EF4-FFF2-40B4-BE49-F238E27FC236}">
                <a16:creationId xmlns:a16="http://schemas.microsoft.com/office/drawing/2014/main" id="{3B680E03-5FF2-4F29-9B4D-B5FBAA5929A4}"/>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endParaRPr/>
          </a:p>
        </p:txBody>
      </p:sp>
    </p:spTree>
  </p:cSld>
</p:sldLayout>
</file>

<file path=ppt/slideLayouts/slideLayout6.xml><?xml version="1.0" encoding="utf-8"?>
<p:sldLayout xmlns:p="http://schemas.openxmlformats.org/presentationml/2006/main" type="titleOnly" preserve="1">
  <p:cSld name="Title Only">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95848AB0-7B04-4E83-855E-0A658C35FF7E}"/>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Date Placeholder 2">
            <a:extLst xmlns:a="http://schemas.openxmlformats.org/drawingml/2006/main">
              <a:ext uri="{FF2B5EF4-FFF2-40B4-BE49-F238E27FC236}">
                <a16:creationId xmlns:a16="http://schemas.microsoft.com/office/drawing/2014/main" id="{E592EEFD-C99B-44C5-A5B8-3C6569BFCFB6}"/>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endParaRPr/>
          </a:p>
        </p:txBody>
      </p:sp>
      <p:sp>
        <p:nvSpPr>
          <p:cNvPr id="4" name="Footer Placeholder 3">
            <a:extLst xmlns:a="http://schemas.openxmlformats.org/drawingml/2006/main">
              <a:ext uri="{FF2B5EF4-FFF2-40B4-BE49-F238E27FC236}">
                <a16:creationId xmlns:a16="http://schemas.microsoft.com/office/drawing/2014/main" id="{5C9274B6-F172-4233-8A53-0565A386F2E5}"/>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5" name="Slide Number Placeholder 4">
            <a:extLst xmlns:a="http://schemas.openxmlformats.org/drawingml/2006/main">
              <a:ext uri="{FF2B5EF4-FFF2-40B4-BE49-F238E27FC236}">
                <a16:creationId xmlns:a16="http://schemas.microsoft.com/office/drawing/2014/main" id="{1A06A283-3579-4741-9309-14A6CF586073}"/>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endParaRPr/>
          </a:p>
        </p:txBody>
      </p:sp>
    </p:spTree>
  </p:cSld>
</p:sldLayout>
</file>

<file path=ppt/slideLayouts/slideLayout7.xml><?xml version="1.0" encoding="utf-8"?>
<p:sldLayout xmlns:p="http://schemas.openxmlformats.org/presentationml/2006/main" type="blank" preserve="1">
  <p:cSld name="Blank">
    <p:spTree>
      <p:nvGrpSpPr>
        <p:cNvPr id="1" name=""/>
        <p:cNvGrpSpPr/>
        <p:nvPr/>
      </p:nvGrpSpPr>
      <p:grpSpPr>
        <a:xfrm xmlns:a="http://schemas.openxmlformats.org/drawingml/2006/main"/>
      </p:grpSpPr>
      <p:sp>
        <p:nvSpPr>
          <p:cNvPr id="2" name="Date Placeholder 1">
            <a:extLst xmlns:a="http://schemas.openxmlformats.org/drawingml/2006/main">
              <a:ext uri="{FF2B5EF4-FFF2-40B4-BE49-F238E27FC236}">
                <a16:creationId xmlns:a16="http://schemas.microsoft.com/office/drawing/2014/main" id="{D5FA2E84-7E0E-43AA-BEBA-36811DEC77AF}"/>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endParaRPr/>
          </a:p>
        </p:txBody>
      </p:sp>
      <p:sp>
        <p:nvSpPr>
          <p:cNvPr id="3" name="Footer Placeholder 2">
            <a:extLst xmlns:a="http://schemas.openxmlformats.org/drawingml/2006/main">
              <a:ext uri="{FF2B5EF4-FFF2-40B4-BE49-F238E27FC236}">
                <a16:creationId xmlns:a16="http://schemas.microsoft.com/office/drawing/2014/main" id="{AC0BC7F4-3270-4AEA-B12A-EA2D715E007E}"/>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a:extLst xmlns:a="http://schemas.openxmlformats.org/drawingml/2006/main">
              <a:ext uri="{FF2B5EF4-FFF2-40B4-BE49-F238E27FC236}">
                <a16:creationId xmlns:a16="http://schemas.microsoft.com/office/drawing/2014/main" id="{D9B6EC9C-E653-4D6D-AA29-F5075981FE13}"/>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endParaRPr/>
          </a:p>
        </p:txBody>
      </p:sp>
    </p:spTree>
  </p:cSld>
</p:sldLayout>
</file>

<file path=ppt/slideLayouts/slideLayout8.xml><?xml version="1.0" encoding="utf-8"?>
<p:sldLayout xmlns:p="http://schemas.openxmlformats.org/presentationml/2006/main" type="objTx" preserve="1">
  <p:cSld name="Content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2341E273-DF47-4362-B077-194323588612}"/>
              </a:ext>
            </a:extLst>
          </p:cNvPr>
          <p:cNvSpPr>
            <a:spLocks xmlns:a="http://schemas.openxmlformats.org/drawingml/2006/main" noGrp="1"/>
          </p:cNvSpPr>
          <p:nvPr>
            <p:ph type="title" idx="0"/>
          </p:nvPr>
        </p:nvSpPr>
        <p:spPr>
          <a:xfrm xmlns:a="http://schemas.openxmlformats.org/drawingml/2006/main">
            <a:off x="457200" y="273050"/>
            <a:ext cx="3008313" cy="1162050"/>
          </a:xfrm>
        </p:spPr>
        <p:txBody>
          <a:bodyPr xmlns:a="http://schemas.openxmlformats.org/drawingml/2006/main" anchor="b"/>
          <a:lstStyle xmlns:a="http://schemas.openxmlformats.org/drawingml/2006/main">
            <a:lvl1pPr algn="l">
              <a:buNone/>
              <a:defRPr sz="2000" b="1"/>
            </a:lvl1pPr>
          </a:lstStyle>
          <a:p xmlns:a="http://schemas.openxmlformats.org/drawingml/2006/main">
            <a:r>
              <a:t>Click to edit Master title style</a:t>
            </a:r>
            <a:endParaRPr/>
          </a:p>
        </p:txBody>
      </p:sp>
      <p:sp>
        <p:nvSpPr>
          <p:cNvPr id="3" name="Content Placeholder 2">
            <a:extLst xmlns:a="http://schemas.openxmlformats.org/drawingml/2006/main">
              <a:ext uri="{FF2B5EF4-FFF2-40B4-BE49-F238E27FC236}">
                <a16:creationId xmlns:a16="http://schemas.microsoft.com/office/drawing/2014/main" id="{3FB9E6D4-4C53-4307-B750-9103F72CB9A7}"/>
              </a:ext>
            </a:extLst>
          </p:cNvPr>
          <p:cNvSpPr>
            <a:spLocks xmlns:a="http://schemas.openxmlformats.org/drawingml/2006/main" noGrp="1"/>
          </p:cNvSpPr>
          <p:nvPr>
            <p:ph idx="1"/>
          </p:nvPr>
        </p:nvSpPr>
        <p:spPr>
          <a:xfrm xmlns:a="http://schemas.openxmlformats.org/drawingml/2006/main">
            <a:off x="3575050" y="273050"/>
            <a:ext cx="5111750" cy="5853113"/>
          </a:xfrm>
        </p:spPr>
        <p:txBody>
          <a:bodyPr xmlns:a="http://schemas.openxmlformats.org/drawingml/2006/main"/>
          <a:lstStyle xmlns:a="http://schemas.openxmlformats.org/drawingml/2006/main">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xmlns:a="http://schemas.openxmlformats.org/drawingml/2006/main">
            <a:pPr lvl="0">
              <a:buNone/>
            </a:pPr>
            <a:r>
              <a:t>Click to edit Master text styles</a:t>
            </a:r>
            <a:endParaRPr/>
          </a:p>
          <a:p xmlns:a="http://schemas.openxmlformats.org/drawingml/2006/main">
            <a:pPr lvl="1">
              <a:buNone/>
            </a:pPr>
            <a:r>
              <a:t>Second level</a:t>
            </a:r>
            <a:endParaRPr/>
          </a:p>
          <a:p xmlns:a="http://schemas.openxmlformats.org/drawingml/2006/main">
            <a:pPr lvl="2">
              <a:buNone/>
            </a:pPr>
            <a:r>
              <a:t>Third level</a:t>
            </a:r>
            <a:endParaRPr/>
          </a:p>
          <a:p xmlns:a="http://schemas.openxmlformats.org/drawingml/2006/main">
            <a:pPr lvl="3">
              <a:buNone/>
            </a:pPr>
            <a:r>
              <a:t>Fourth level</a:t>
            </a:r>
            <a:endParaRPr/>
          </a:p>
          <a:p xmlns:a="http://schemas.openxmlformats.org/drawingml/2006/main">
            <a:pPr lvl="4">
              <a:buNone/>
            </a:pPr>
            <a:r>
              <a:t>Fifth level</a:t>
            </a:r>
            <a:endParaRPr/>
          </a:p>
        </p:txBody>
      </p:sp>
      <p:sp>
        <p:nvSpPr>
          <p:cNvPr id="4" name="Text Placeholder 3">
            <a:extLst xmlns:a="http://schemas.openxmlformats.org/drawingml/2006/main">
              <a:ext uri="{FF2B5EF4-FFF2-40B4-BE49-F238E27FC236}">
                <a16:creationId xmlns:a16="http://schemas.microsoft.com/office/drawing/2014/main" id="{C26FC598-91DD-4452-B44F-70477BBD1B8B}"/>
              </a:ext>
            </a:extLst>
          </p:cNvPr>
          <p:cNvSpPr>
            <a:spLocks xmlns:a="http://schemas.openxmlformats.org/drawingml/2006/main" noGrp="1"/>
          </p:cNvSpPr>
          <p:nvPr>
            <p:ph type="body" idx="2"/>
          </p:nvPr>
        </p:nvSpPr>
        <p:spPr>
          <a:xfrm xmlns:a="http://schemas.openxmlformats.org/drawingml/2006/main">
            <a:off x="457200" y="1435100"/>
            <a:ext cx="3008313" cy="4691063"/>
          </a:xfrm>
        </p:spPr>
        <p:txBody>
          <a:bodyPr xmlns:a="http://schemas.openxmlformats.org/drawingml/2006/main"/>
          <a:lstStyle xmlns:a="http://schemas.openxmlformats.org/drawingml/2006/main">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xmlns:a="http://schemas.openxmlformats.org/drawingml/2006/main">
            <a:pPr lvl="0">
              <a:buNone/>
            </a:pPr>
            <a:r>
              <a:t>Click to edit Master text styles</a:t>
            </a:r>
            <a:endParaRPr/>
          </a:p>
        </p:txBody>
      </p:sp>
      <p:sp>
        <p:nvSpPr>
          <p:cNvPr id="5" name="Date Placeholder 4">
            <a:extLst xmlns:a="http://schemas.openxmlformats.org/drawingml/2006/main">
              <a:ext uri="{FF2B5EF4-FFF2-40B4-BE49-F238E27FC236}">
                <a16:creationId xmlns:a16="http://schemas.microsoft.com/office/drawing/2014/main" id="{DA7A55BD-8E70-4B9C-A98D-C3391538FA41}"/>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endParaRPr/>
          </a:p>
        </p:txBody>
      </p:sp>
      <p:sp>
        <p:nvSpPr>
          <p:cNvPr id="6" name="Footer Placeholder 5">
            <a:extLst xmlns:a="http://schemas.openxmlformats.org/drawingml/2006/main">
              <a:ext uri="{FF2B5EF4-FFF2-40B4-BE49-F238E27FC236}">
                <a16:creationId xmlns:a16="http://schemas.microsoft.com/office/drawing/2014/main" id="{CF522D5E-3825-4B86-A31A-81161A8231D2}"/>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737333AB-2D1D-45D0-8257-C65CFEA59A33}"/>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endParaRPr/>
          </a:p>
        </p:txBody>
      </p:sp>
    </p:spTree>
  </p:cSld>
</p:sldLayout>
</file>

<file path=ppt/slideLayouts/slideLayout9.xml><?xml version="1.0" encoding="utf-8"?>
<p:sldLayout xmlns:p="http://schemas.openxmlformats.org/presentationml/2006/main" type="picTx" preserve="1">
  <p:cSld name="Picture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E28D770C-8397-4EAF-B93C-1565490F0CD0}"/>
              </a:ext>
            </a:extLst>
          </p:cNvPr>
          <p:cNvSpPr>
            <a:spLocks xmlns:a="http://schemas.openxmlformats.org/drawingml/2006/main" noGrp="1"/>
          </p:cNvSpPr>
          <p:nvPr>
            <p:ph type="title" idx="0"/>
          </p:nvPr>
        </p:nvSpPr>
        <p:spPr>
          <a:xfrm xmlns:a="http://schemas.openxmlformats.org/drawingml/2006/main">
            <a:off x="1792288" y="4800600"/>
            <a:ext cx="5486400" cy="566738"/>
          </a:xfrm>
        </p:spPr>
        <p:txBody>
          <a:bodyPr xmlns:a="http://schemas.openxmlformats.org/drawingml/2006/main" anchor="b"/>
          <a:lstStyle xmlns:a="http://schemas.openxmlformats.org/drawingml/2006/main">
            <a:lvl1pPr algn="l">
              <a:buNone/>
              <a:defRPr sz="2000" b="1"/>
            </a:lvl1pPr>
          </a:lstStyle>
          <a:p xmlns:a="http://schemas.openxmlformats.org/drawingml/2006/main">
            <a:r>
              <a:t>Click to edit Master title style</a:t>
            </a:r>
            <a:endParaRPr/>
          </a:p>
        </p:txBody>
      </p:sp>
      <p:sp>
        <p:nvSpPr>
          <p:cNvPr id="3" name="Picture Placeholder 2">
            <a:extLst xmlns:a="http://schemas.openxmlformats.org/drawingml/2006/main">
              <a:ext uri="{FF2B5EF4-FFF2-40B4-BE49-F238E27FC236}">
                <a16:creationId xmlns:a16="http://schemas.microsoft.com/office/drawing/2014/main" id="{311C49B5-A3FC-4858-9F93-D7CB506A0B78}"/>
              </a:ext>
            </a:extLst>
          </p:cNvPr>
          <p:cNvSpPr>
            <a:spLocks xmlns:a="http://schemas.openxmlformats.org/drawingml/2006/main" noGrp="1"/>
          </p:cNvSpPr>
          <p:nvPr>
            <p:ph type="pic" idx="1"/>
          </p:nvPr>
        </p:nvSpPr>
        <p:spPr>
          <a:xfrm xmlns:a="http://schemas.openxmlformats.org/drawingml/2006/main">
            <a:off x="1792288" y="612775"/>
            <a:ext cx="5486400" cy="4114800"/>
          </a:xfrm>
        </p:spPr>
        <p:txBody>
          <a:bodyPr xmlns:a="http://schemas.openxmlformats.org/drawingml/2006/main"/>
          <a:lstStyle xmlns:a="http://schemas.openxmlformats.org/drawingml/2006/main">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xmlns:a="http://schemas.openxmlformats.org/drawingml/2006/main">
            <a:endParaRPr/>
          </a:p>
        </p:txBody>
      </p:sp>
      <p:sp>
        <p:nvSpPr>
          <p:cNvPr id="4" name="Text Placeholder 3">
            <a:extLst xmlns:a="http://schemas.openxmlformats.org/drawingml/2006/main">
              <a:ext uri="{FF2B5EF4-FFF2-40B4-BE49-F238E27FC236}">
                <a16:creationId xmlns:a16="http://schemas.microsoft.com/office/drawing/2014/main" id="{6D2085A8-FC99-413D-B5EA-D1DCB367B296}"/>
              </a:ext>
            </a:extLst>
          </p:cNvPr>
          <p:cNvSpPr>
            <a:spLocks xmlns:a="http://schemas.openxmlformats.org/drawingml/2006/main" noGrp="1"/>
          </p:cNvSpPr>
          <p:nvPr>
            <p:ph type="body" idx="2"/>
          </p:nvPr>
        </p:nvSpPr>
        <p:spPr>
          <a:xfrm xmlns:a="http://schemas.openxmlformats.org/drawingml/2006/main">
            <a:off x="1792288" y="5367338"/>
            <a:ext cx="5486400" cy="804862"/>
          </a:xfrm>
        </p:spPr>
        <p:txBody>
          <a:bodyPr xmlns:a="http://schemas.openxmlformats.org/drawingml/2006/main"/>
          <a:lstStyle xmlns:a="http://schemas.openxmlformats.org/drawingml/2006/main">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xmlns:a="http://schemas.openxmlformats.org/drawingml/2006/main">
            <a:pPr lvl="0">
              <a:buNone/>
            </a:pPr>
            <a:r>
              <a:t>Click to edit Master text styles</a:t>
            </a:r>
            <a:endParaRPr/>
          </a:p>
        </p:txBody>
      </p:sp>
      <p:sp>
        <p:nvSpPr>
          <p:cNvPr id="5" name="Date Placeholder 4">
            <a:extLst xmlns:a="http://schemas.openxmlformats.org/drawingml/2006/main">
              <a:ext uri="{FF2B5EF4-FFF2-40B4-BE49-F238E27FC236}">
                <a16:creationId xmlns:a16="http://schemas.microsoft.com/office/drawing/2014/main" id="{7EE28636-79EE-4D1E-A00C-8A34B2EB730E}"/>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endParaRPr/>
          </a:p>
        </p:txBody>
      </p:sp>
      <p:sp>
        <p:nvSpPr>
          <p:cNvPr id="6" name="Footer Placeholder 5">
            <a:extLst xmlns:a="http://schemas.openxmlformats.org/drawingml/2006/main">
              <a:ext uri="{FF2B5EF4-FFF2-40B4-BE49-F238E27FC236}">
                <a16:creationId xmlns:a16="http://schemas.microsoft.com/office/drawing/2014/main" id="{F8247742-0B40-4DBD-B16C-ECE1FDA989BE}"/>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15E844D3-531E-4606-8078-5C5D1C3AF5CE}"/>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endParaRPr/>
          </a:p>
        </p:txBody>
      </p:sp>
    </p:spTree>
  </p:cSld>
</p:sldLayout>
</file>

<file path=ppt/slideLayouts/slideLayout10.xml><?xml version="1.0" encoding="utf-8"?>
<p:sldLayout xmlns:p="http://schemas.openxmlformats.org/presentationml/2006/main" type="vertTx" preserve="1">
  <p:cSld name="Title and Vertical Tex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19EDE8C7-0DEF-4088-B744-AD85479FEC02}"/>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Vertical Text Placeholder 2">
            <a:extLst xmlns:a="http://schemas.openxmlformats.org/drawingml/2006/main">
              <a:ext uri="{FF2B5EF4-FFF2-40B4-BE49-F238E27FC236}">
                <a16:creationId xmlns:a16="http://schemas.microsoft.com/office/drawing/2014/main" id="{43531A20-6654-4684-81DD-877A61635387}"/>
              </a:ext>
            </a:extLst>
          </p:cNvPr>
          <p:cNvSpPr>
            <a:spLocks xmlns:a="http://schemas.openxmlformats.org/drawingml/2006/main" noGrp="1"/>
          </p:cNvSpPr>
          <p:nvPr>
            <p:ph type="body" idx="1"/>
          </p:nvPr>
        </p:nvSpPr>
        <p:spPr/>
        <p:txBody>
          <a:bodyPr xmlns:a="http://schemas.openxmlformats.org/drawingml/2006/main" vert="eaVert"/>
          <a:lstStyle xmlns:a="http://schemas.openxmlformats.org/drawingml/2006/main"/>
          <a:p xmlns:a="http://schemas.openxmlformats.org/drawingml/2006/main">
            <a:pPr lvl="0">
              <a:buNone/>
            </a:pPr>
            <a:r>
              <a:t>Click to edit Master text styles</a:t>
            </a:r>
            <a:endParaRPr/>
          </a:p>
          <a:p xmlns:a="http://schemas.openxmlformats.org/drawingml/2006/main">
            <a:pPr lvl="1">
              <a:buNone/>
            </a:pPr>
            <a:r>
              <a:t>Second level</a:t>
            </a:r>
            <a:endParaRPr/>
          </a:p>
          <a:p xmlns:a="http://schemas.openxmlformats.org/drawingml/2006/main">
            <a:pPr lvl="2">
              <a:buNone/>
            </a:pPr>
            <a:r>
              <a:t>Third level</a:t>
            </a:r>
            <a:endParaRPr/>
          </a:p>
          <a:p xmlns:a="http://schemas.openxmlformats.org/drawingml/2006/main">
            <a:pPr lvl="3">
              <a:buNone/>
            </a:pPr>
            <a:r>
              <a:t>Fourth level</a:t>
            </a:r>
            <a:endParaRP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B9C66E22-F985-472C-8EEE-973358791E88}"/>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endParaRPr/>
          </a:p>
        </p:txBody>
      </p:sp>
      <p:sp>
        <p:nvSpPr>
          <p:cNvPr id="5" name="Footer Placeholder 4">
            <a:extLst xmlns:a="http://schemas.openxmlformats.org/drawingml/2006/main">
              <a:ext uri="{FF2B5EF4-FFF2-40B4-BE49-F238E27FC236}">
                <a16:creationId xmlns:a16="http://schemas.microsoft.com/office/drawing/2014/main" id="{8FAB51A6-4F7F-4957-B483-DA2A61701290}"/>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590AD7A6-CF35-456B-BFBB-CA492470BFF1}"/>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endParaRPr/>
          </a:p>
        </p:txBody>
      </p:sp>
    </p:spTree>
  </p:cSld>
</p:sldLayout>
</file>

<file path=ppt/slideLayouts/slideLayout11.xml><?xml version="1.0" encoding="utf-8"?>
<p:sldLayout xmlns:p="http://schemas.openxmlformats.org/presentationml/2006/main" type="vertTitleAndTx" preserve="1">
  <p:cSld name="Vertical Title and Text">
    <p:spTree>
      <p:nvGrpSpPr>
        <p:cNvPr id="1" name=""/>
        <p:cNvGrpSpPr/>
        <p:nvPr/>
      </p:nvGrpSpPr>
      <p:grpSpPr>
        <a:xfrm xmlns:a="http://schemas.openxmlformats.org/drawingml/2006/main"/>
      </p:grpSpPr>
      <p:sp>
        <p:nvSpPr>
          <p:cNvPr id="2" name="Vertical Title 1">
            <a:extLst xmlns:a="http://schemas.openxmlformats.org/drawingml/2006/main">
              <a:ext uri="{FF2B5EF4-FFF2-40B4-BE49-F238E27FC236}">
                <a16:creationId xmlns:a16="http://schemas.microsoft.com/office/drawing/2014/main" id="{05D9A574-6D20-46CA-9958-B8327C5E0F8E}"/>
              </a:ext>
            </a:extLst>
          </p:cNvPr>
          <p:cNvSpPr>
            <a:spLocks xmlns:a="http://schemas.openxmlformats.org/drawingml/2006/main" noGrp="1"/>
          </p:cNvSpPr>
          <p:nvPr>
            <p:ph type="title" idx="0"/>
          </p:nvPr>
        </p:nvSpPr>
        <p:spPr>
          <a:xfrm xmlns:a="http://schemas.openxmlformats.org/drawingml/2006/main">
            <a:off x="6629400" y="274638"/>
            <a:ext cx="2057400" cy="5851525"/>
          </a:xfrm>
        </p:spPr>
        <p:txBody>
          <a:bodyPr xmlns:a="http://schemas.openxmlformats.org/drawingml/2006/main" vert="eaVert"/>
          <a:lstStyle xmlns:a="http://schemas.openxmlformats.org/drawingml/2006/main"/>
          <a:p xmlns:a="http://schemas.openxmlformats.org/drawingml/2006/main">
            <a:r>
              <a:t>Click to edit Master title style</a:t>
            </a:r>
            <a:endParaRPr/>
          </a:p>
        </p:txBody>
      </p:sp>
      <p:sp>
        <p:nvSpPr>
          <p:cNvPr id="3" name="Vertical Text Placeholder 2">
            <a:extLst xmlns:a="http://schemas.openxmlformats.org/drawingml/2006/main">
              <a:ext uri="{FF2B5EF4-FFF2-40B4-BE49-F238E27FC236}">
                <a16:creationId xmlns:a16="http://schemas.microsoft.com/office/drawing/2014/main" id="{9FEE411C-E93C-4DB6-9138-D437BDBCB55D}"/>
              </a:ext>
            </a:extLst>
          </p:cNvPr>
          <p:cNvSpPr>
            <a:spLocks xmlns:a="http://schemas.openxmlformats.org/drawingml/2006/main" noGrp="1"/>
          </p:cNvSpPr>
          <p:nvPr>
            <p:ph type="body" idx="1"/>
          </p:nvPr>
        </p:nvSpPr>
        <p:spPr>
          <a:xfrm xmlns:a="http://schemas.openxmlformats.org/drawingml/2006/main">
            <a:off x="457200" y="274638"/>
            <a:ext cx="6019800" cy="5851525"/>
          </a:xfrm>
        </p:spPr>
        <p:txBody>
          <a:bodyPr xmlns:a="http://schemas.openxmlformats.org/drawingml/2006/main" vert="eaVert"/>
          <a:lstStyle xmlns:a="http://schemas.openxmlformats.org/drawingml/2006/main"/>
          <a:p xmlns:a="http://schemas.openxmlformats.org/drawingml/2006/main">
            <a:pPr lvl="0">
              <a:buNone/>
            </a:pPr>
            <a:r>
              <a:t>Click to edit Master text styles</a:t>
            </a:r>
            <a:endParaRPr/>
          </a:p>
          <a:p xmlns:a="http://schemas.openxmlformats.org/drawingml/2006/main">
            <a:pPr lvl="1">
              <a:buNone/>
            </a:pPr>
            <a:r>
              <a:t>Second level</a:t>
            </a:r>
            <a:endParaRPr/>
          </a:p>
          <a:p xmlns:a="http://schemas.openxmlformats.org/drawingml/2006/main">
            <a:pPr lvl="2">
              <a:buNone/>
            </a:pPr>
            <a:r>
              <a:t>Third level</a:t>
            </a:r>
            <a:endParaRPr/>
          </a:p>
          <a:p xmlns:a="http://schemas.openxmlformats.org/drawingml/2006/main">
            <a:pPr lvl="3">
              <a:buNone/>
            </a:pPr>
            <a:r>
              <a:t>Fourth level</a:t>
            </a:r>
            <a:endParaRP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52E0D414-0222-4FDF-8990-B111BBFEFEA8}"/>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endParaRPr/>
          </a:p>
        </p:txBody>
      </p:sp>
      <p:sp>
        <p:nvSpPr>
          <p:cNvPr id="5" name="Footer Placeholder 4">
            <a:extLst xmlns:a="http://schemas.openxmlformats.org/drawingml/2006/main">
              <a:ext uri="{FF2B5EF4-FFF2-40B4-BE49-F238E27FC236}">
                <a16:creationId xmlns:a16="http://schemas.microsoft.com/office/drawing/2014/main" id="{5624D5D3-3386-449A-A981-036F773FDDC7}"/>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B72D6356-E8CC-49EC-AF83-371D4A0A4247}"/>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d013fad08374b85" /><Relationship Type="http://schemas.openxmlformats.org/officeDocument/2006/relationships/slideLayout" Target="/ppt/slideLayouts/slideLayout1.xml" Id="R20d15bc1c3ce4c55" /><Relationship Type="http://schemas.openxmlformats.org/officeDocument/2006/relationships/slideLayout" Target="/ppt/slideLayouts/slideLayout2.xml" Id="Rf7464617406f4133" /><Relationship Type="http://schemas.openxmlformats.org/officeDocument/2006/relationships/slideLayout" Target="/ppt/slideLayouts/slideLayout3.xml" Id="R802475afe58e4d8b" /><Relationship Type="http://schemas.openxmlformats.org/officeDocument/2006/relationships/slideLayout" Target="/ppt/slideLayouts/slideLayout4.xml" Id="Ref005f4272854855" /><Relationship Type="http://schemas.openxmlformats.org/officeDocument/2006/relationships/slideLayout" Target="/ppt/slideLayouts/slideLayout5.xml" Id="R60dd7485f87a49f0" /><Relationship Type="http://schemas.openxmlformats.org/officeDocument/2006/relationships/slideLayout" Target="/ppt/slideLayouts/slideLayout6.xml" Id="Re32b127d331d416d" /><Relationship Type="http://schemas.openxmlformats.org/officeDocument/2006/relationships/slideLayout" Target="/ppt/slideLayouts/slideLayout7.xml" Id="Rf7694d7837564545" /><Relationship Type="http://schemas.openxmlformats.org/officeDocument/2006/relationships/slideLayout" Target="/ppt/slideLayouts/slideLayout8.xml" Id="Rbafc823937da4d8c" /><Relationship Type="http://schemas.openxmlformats.org/officeDocument/2006/relationships/slideLayout" Target="/ppt/slideLayouts/slideLayout9.xml" Id="Rf51623954ad14c06" /><Relationship Type="http://schemas.openxmlformats.org/officeDocument/2006/relationships/slideLayout" Target="/ppt/slideLayouts/slideLayout10.xml" Id="R60af8f4a9e034756" /><Relationship Type="http://schemas.openxmlformats.org/officeDocument/2006/relationships/slideLayout" Target="/ppt/slideLayouts/slideLayout11.xml" Id="R714e6a41a5364afd"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Title Placeholder 1">
            <a:extLst xmlns:a="http://schemas.openxmlformats.org/drawingml/2006/main">
              <a:ext uri="{FF2B5EF4-FFF2-40B4-BE49-F238E27FC236}">
                <a16:creationId xmlns:a16="http://schemas.microsoft.com/office/drawing/2014/main" id="{AA98A92F-53C1-4562-8A3E-8237F8CF35BE}"/>
              </a:ext>
            </a:extLst>
          </p:cNvPr>
          <p:cNvSpPr>
            <a:spLocks xmlns:a="http://schemas.openxmlformats.org/drawingml/2006/main" noGrp="1"/>
          </p:cNvSpPr>
          <p:nvPr>
            <p:ph type="title" idx="0"/>
          </p:nvPr>
        </p:nvSpPr>
        <p:spPr>
          <a:xfrm xmlns:a="http://schemas.openxmlformats.org/drawingml/2006/main">
            <a:off x="457200" y="274638"/>
            <a:ext cx="8229600" cy="1143000"/>
          </a:xfrm>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p xmlns:a="http://schemas.openxmlformats.org/drawingml/2006/main">
            <a:r>
              <a:t>Click to edit Master title style</a:t>
            </a:r>
            <a:endParaRPr/>
          </a:p>
        </p:txBody>
      </p:sp>
      <p:sp>
        <p:nvSpPr>
          <p:cNvPr id="3" name="Text Placeholder 2">
            <a:extLst xmlns:a="http://schemas.openxmlformats.org/drawingml/2006/main">
              <a:ext uri="{FF2B5EF4-FFF2-40B4-BE49-F238E27FC236}">
                <a16:creationId xmlns:a16="http://schemas.microsoft.com/office/drawing/2014/main" id="{5977AD1D-4119-4B2D-989C-F3676F65C723}"/>
              </a:ext>
            </a:extLst>
          </p:cNvPr>
          <p:cNvSpPr>
            <a:spLocks xmlns:a="http://schemas.openxmlformats.org/drawingml/2006/main" noGrp="1"/>
          </p:cNvSpPr>
          <p:nvPr>
            <p:ph type="body" idx="1"/>
          </p:nvPr>
        </p:nvSpPr>
        <p:spPr>
          <a:xfrm xmlns:a="http://schemas.openxmlformats.org/drawingml/2006/main">
            <a:off x="457200" y="1600200"/>
            <a:ext cx="8229600" cy="4525963"/>
          </a:xfrm>
          <a:prstGeom xmlns:a="http://schemas.openxmlformats.org/drawingml/2006/main" prst="rect">
            <a:avLst/>
          </a:prstGeom>
        </p:spPr>
        <p:txBody>
          <a:bodyPr xmlns:a="http://schemas.openxmlformats.org/drawingml/2006/main" vert="horz" lIns="91440" tIns="45720" rIns="91440" bIns="45720">
            <a:normAutofit/>
          </a:bodyPr>
          <a:lstStyle xmlns:a="http://schemas.openxmlformats.org/drawingml/2006/main"/>
          <a:p xmlns:a="http://schemas.openxmlformats.org/drawingml/2006/main">
            <a:pPr lvl="0">
              <a:buNone/>
            </a:pPr>
            <a:r>
              <a:t>Click to edit Master text styles</a:t>
            </a:r>
            <a:endParaRPr/>
          </a:p>
          <a:p xmlns:a="http://schemas.openxmlformats.org/drawingml/2006/main">
            <a:pPr lvl="1">
              <a:buNone/>
            </a:pPr>
            <a:r>
              <a:t>Second level</a:t>
            </a:r>
            <a:endParaRPr/>
          </a:p>
          <a:p xmlns:a="http://schemas.openxmlformats.org/drawingml/2006/main">
            <a:pPr lvl="2">
              <a:buNone/>
            </a:pPr>
            <a:r>
              <a:t>Third level</a:t>
            </a:r>
            <a:endParaRPr/>
          </a:p>
          <a:p xmlns:a="http://schemas.openxmlformats.org/drawingml/2006/main">
            <a:pPr lvl="3">
              <a:buNone/>
            </a:pPr>
            <a:r>
              <a:t>Fourth level</a:t>
            </a:r>
            <a:endParaRP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A9472701-2F50-4A2D-9F1E-F46BF95BE277}"/>
              </a:ext>
            </a:extLst>
          </p:cNvPr>
          <p:cNvSpPr>
            <a:spLocks xmlns:a="http://schemas.openxmlformats.org/drawingml/2006/main" noGrp="1"/>
          </p:cNvSpPr>
          <p:nvPr>
            <p:ph type="dt" idx="2"/>
          </p:nvPr>
        </p:nvSpPr>
        <p:spPr>
          <a:xfrm xmlns:a="http://schemas.openxmlformats.org/drawingml/2006/main">
            <a:off x="457200" y="6356350"/>
            <a:ext cx="2133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l">
              <a:buNone/>
              <a:defRPr sz="1200">
                <a:solidFill>
                  <a:schemeClr val="tx1">
                    <a:tint val="75000"/>
                  </a:schemeClr>
                </a:solidFill>
              </a:defRPr>
            </a:lvl1pPr>
          </a:lstStyle>
          <a:p xmlns:a="http://schemas.openxmlformats.org/drawingml/2006/main">
            <a:endParaRPr/>
          </a:p>
        </p:txBody>
      </p:sp>
      <p:sp>
        <p:nvSpPr>
          <p:cNvPr id="5" name="Footer Placeholder 4">
            <a:extLst xmlns:a="http://schemas.openxmlformats.org/drawingml/2006/main">
              <a:ext uri="{FF2B5EF4-FFF2-40B4-BE49-F238E27FC236}">
                <a16:creationId xmlns:a16="http://schemas.microsoft.com/office/drawing/2014/main" id="{5FDBA15F-11D4-43D3-96C4-70F0061F6A3E}"/>
              </a:ext>
            </a:extLst>
          </p:cNvPr>
          <p:cNvSpPr>
            <a:spLocks xmlns:a="http://schemas.openxmlformats.org/drawingml/2006/main" noGrp="1"/>
          </p:cNvSpPr>
          <p:nvPr>
            <p:ph type="ftr" idx="3"/>
          </p:nvPr>
        </p:nvSpPr>
        <p:spPr>
          <a:xfrm xmlns:a="http://schemas.openxmlformats.org/drawingml/2006/main">
            <a:off x="3124200" y="6356350"/>
            <a:ext cx="2895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ctr">
              <a:buNone/>
              <a:defRPr sz="1200">
                <a:solidFill>
                  <a:schemeClr val="tx1">
                    <a:tint val="75000"/>
                  </a:schemeClr>
                </a:solidFill>
              </a:defRPr>
            </a:lvl1pPr>
          </a:lstStyle>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537364B0-FDF6-4267-A2BC-719550991B94}"/>
              </a:ext>
            </a:extLst>
          </p:cNvPr>
          <p:cNvSpPr>
            <a:spLocks xmlns:a="http://schemas.openxmlformats.org/drawingml/2006/main" noGrp="1"/>
          </p:cNvSpPr>
          <p:nvPr>
            <p:ph type="sldNum" idx="4"/>
          </p:nvPr>
        </p:nvSpPr>
        <p:spPr>
          <a:xfrm xmlns:a="http://schemas.openxmlformats.org/drawingml/2006/main">
            <a:off x="6553200" y="6356350"/>
            <a:ext cx="2133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r">
              <a:buNone/>
              <a:defRPr sz="1200">
                <a:solidFill>
                  <a:schemeClr val="tx1">
                    <a:tint val="75000"/>
                  </a:schemeClr>
                </a:solidFill>
              </a:defRPr>
            </a:lvl1pPr>
          </a:lstStyle>
          <a:p xmlns:a="http://schemas.openxmlformats.org/drawingml/2006/main">
            <a:endParaRP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0d15bc1c3ce4c55"/>
    <p:sldLayoutId xmlns:r="http://schemas.openxmlformats.org/officeDocument/2006/relationships" id="2147483650" r:id="Rf7464617406f4133"/>
    <p:sldLayoutId xmlns:r="http://schemas.openxmlformats.org/officeDocument/2006/relationships" id="2147483651" r:id="R802475afe58e4d8b"/>
    <p:sldLayoutId xmlns:r="http://schemas.openxmlformats.org/officeDocument/2006/relationships" id="2147483652" r:id="Ref005f4272854855"/>
    <p:sldLayoutId xmlns:r="http://schemas.openxmlformats.org/officeDocument/2006/relationships" id="2147483653" r:id="R60dd7485f87a49f0"/>
    <p:sldLayoutId xmlns:r="http://schemas.openxmlformats.org/officeDocument/2006/relationships" id="2147483654" r:id="Re32b127d331d416d"/>
    <p:sldLayoutId xmlns:r="http://schemas.openxmlformats.org/officeDocument/2006/relationships" id="2147483655" r:id="Rf7694d7837564545"/>
    <p:sldLayoutId xmlns:r="http://schemas.openxmlformats.org/officeDocument/2006/relationships" id="2147483656" r:id="Rbafc823937da4d8c"/>
    <p:sldLayoutId xmlns:r="http://schemas.openxmlformats.org/officeDocument/2006/relationships" id="2147483657" r:id="Rf51623954ad14c06"/>
    <p:sldLayoutId xmlns:r="http://schemas.openxmlformats.org/officeDocument/2006/relationships" id="2147483658" r:id="R60af8f4a9e034756"/>
    <p:sldLayoutId xmlns:r="http://schemas.openxmlformats.org/officeDocument/2006/relationships" id="2147483659" r:id="R714e6a41a5364afd"/>
  </p:sldLayoutIdLst>
  <p:txStyles>
    <p:titleStyle>
      <a:lvl1pPr xmlns:a="http://schemas.openxmlformats.org/drawingml/2006/main" algn="ctr" defTabSz="4572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4572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4572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4572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4572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4572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4572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4572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4572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4572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457200">
        <a:buNone/>
        <a:defRPr sz="1800" kern="1200">
          <a:solidFill>
            <a:schemeClr val="tx1"/>
          </a:solidFill>
          <a:latin typeface="+mn-lt"/>
          <a:ea typeface="+mn-lt"/>
          <a:cs typeface="+mn-lt"/>
        </a:defRPr>
      </a:lvl1pPr>
      <a:lvl2pPr xmlns:a="http://schemas.openxmlformats.org/drawingml/2006/main" marL="457200" algn="l" defTabSz="457200">
        <a:buNone/>
        <a:defRPr sz="1800" kern="1200">
          <a:solidFill>
            <a:schemeClr val="tx1"/>
          </a:solidFill>
          <a:latin typeface="+mn-lt"/>
          <a:ea typeface="+mn-lt"/>
          <a:cs typeface="+mn-lt"/>
        </a:defRPr>
      </a:lvl2pPr>
      <a:lvl3pPr xmlns:a="http://schemas.openxmlformats.org/drawingml/2006/main" marL="914400" algn="l" defTabSz="457200">
        <a:buNone/>
        <a:defRPr sz="1800" kern="1200">
          <a:solidFill>
            <a:schemeClr val="tx1"/>
          </a:solidFill>
          <a:latin typeface="+mn-lt"/>
          <a:ea typeface="+mn-lt"/>
          <a:cs typeface="+mn-lt"/>
        </a:defRPr>
      </a:lvl3pPr>
      <a:lvl4pPr xmlns:a="http://schemas.openxmlformats.org/drawingml/2006/main" marL="1371600" algn="l" defTabSz="457200">
        <a:buNone/>
        <a:defRPr sz="1800" kern="1200">
          <a:solidFill>
            <a:schemeClr val="tx1"/>
          </a:solidFill>
          <a:latin typeface="+mn-lt"/>
          <a:ea typeface="+mn-lt"/>
          <a:cs typeface="+mn-lt"/>
        </a:defRPr>
      </a:lvl4pPr>
      <a:lvl5pPr xmlns:a="http://schemas.openxmlformats.org/drawingml/2006/main" marL="1828800" algn="l" defTabSz="457200">
        <a:buNone/>
        <a:defRPr sz="1800" kern="1200">
          <a:solidFill>
            <a:schemeClr val="tx1"/>
          </a:solidFill>
          <a:latin typeface="+mn-lt"/>
          <a:ea typeface="+mn-lt"/>
          <a:cs typeface="+mn-lt"/>
        </a:defRPr>
      </a:lvl5pPr>
      <a:lvl6pPr xmlns:a="http://schemas.openxmlformats.org/drawingml/2006/main" marL="2286000" algn="l" defTabSz="457200">
        <a:buNone/>
        <a:defRPr sz="1800" kern="1200">
          <a:solidFill>
            <a:schemeClr val="tx1"/>
          </a:solidFill>
          <a:latin typeface="+mn-lt"/>
          <a:ea typeface="+mn-lt"/>
          <a:cs typeface="+mn-lt"/>
        </a:defRPr>
      </a:lvl6pPr>
      <a:lvl7pPr xmlns:a="http://schemas.openxmlformats.org/drawingml/2006/main" marL="2743200" algn="l" defTabSz="457200">
        <a:buNone/>
        <a:defRPr sz="1800" kern="1200">
          <a:solidFill>
            <a:schemeClr val="tx1"/>
          </a:solidFill>
          <a:latin typeface="+mn-lt"/>
          <a:ea typeface="+mn-lt"/>
          <a:cs typeface="+mn-lt"/>
        </a:defRPr>
      </a:lvl7pPr>
      <a:lvl8pPr xmlns:a="http://schemas.openxmlformats.org/drawingml/2006/main" marL="3200400" algn="l" defTabSz="457200">
        <a:buNone/>
        <a:defRPr sz="1800" kern="1200">
          <a:solidFill>
            <a:schemeClr val="tx1"/>
          </a:solidFill>
          <a:latin typeface="+mn-lt"/>
          <a:ea typeface="+mn-lt"/>
          <a:cs typeface="+mn-lt"/>
        </a:defRPr>
      </a:lvl8pPr>
      <a:lvl9pPr xmlns:a="http://schemas.openxmlformats.org/drawingml/2006/main" marL="3657600" algn="l" defTabSz="4572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7.xml" Id="R53de8e9ebab34f01" /><Relationship Type="http://schemas.openxmlformats.org/officeDocument/2006/relationships/notesSlide" Target="/ppt/notesSlides/notesSlide1.xml" Id="Rb71de9fee8524659" /></Relationships>
</file>

<file path=ppt/slides/_rels/slide2.xml.rels>&#65279;<?xml version="1.0" encoding="utf-8"?><Relationships xmlns="http://schemas.openxmlformats.org/package/2006/relationships"><Relationship Type="http://schemas.openxmlformats.org/officeDocument/2006/relationships/slideLayout" Target="/ppt/slideLayouts/slideLayout7.xml" Id="Reaf73085c0d44d43" /><Relationship Type="http://schemas.openxmlformats.org/officeDocument/2006/relationships/notesSlide" Target="/ppt/notesSlides/notesSlide2.xml" Id="R0a20606c303a4058" /></Relationships>
</file>

<file path=ppt/slides/_rels/slide3.xml.rels>&#65279;<?xml version="1.0" encoding="utf-8"?><Relationships xmlns="http://schemas.openxmlformats.org/package/2006/relationships"><Relationship Type="http://schemas.openxmlformats.org/officeDocument/2006/relationships/slideLayout" Target="/ppt/slideLayouts/slideLayout7.xml" Id="R5b585acec160494c" /><Relationship Type="http://schemas.openxmlformats.org/officeDocument/2006/relationships/notesSlide" Target="/ppt/notesSlides/notesSlide3.xml" Id="R6ecfc1424c584b39" /></Relationships>
</file>

<file path=ppt/slides/_rels/slide4.xml.rels>&#65279;<?xml version="1.0" encoding="utf-8"?><Relationships xmlns="http://schemas.openxmlformats.org/package/2006/relationships"><Relationship Type="http://schemas.openxmlformats.org/officeDocument/2006/relationships/slideLayout" Target="/ppt/slideLayouts/slideLayout7.xml" Id="Rd503744b836a442e" /><Relationship Type="http://schemas.openxmlformats.org/officeDocument/2006/relationships/image" Target="/ppt/media/image.png" Id="Rcf330816a5034bef" /><Relationship Type="http://schemas.openxmlformats.org/officeDocument/2006/relationships/notesSlide" Target="/ppt/notesSlides/notesSlide4.xml" Id="Rbbc0f601e6e142dd"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D8E39475-941C-45B8-AE0F-C93948EDBD95}"/>
              </a:ext>
            </a:extLst>
          </p:cNvPr>
          <p:cNvSpPr>
            <a:spLocks xmlns:a="http://schemas.openxmlformats.org/drawingml/2006/main" noGrp="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0F172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Rounded Rectangle 2">
            <a:extLst xmlns:a="http://schemas.openxmlformats.org/drawingml/2006/main">
              <a:ext uri="{FF2B5EF4-FFF2-40B4-BE49-F238E27FC236}">
                <a16:creationId xmlns:a16="http://schemas.microsoft.com/office/drawing/2014/main" id="{3A757479-A448-4479-AE45-109A82C34B5F}"/>
              </a:ext>
            </a:extLst>
          </p:cNvPr>
          <p:cNvSpPr>
            <a:spLocks xmlns:a="http://schemas.openxmlformats.org/drawingml/2006/main" noGrp="1"/>
          </p:cNvSpPr>
          <p:nvPr/>
        </p:nvSpPr>
        <p:spPr>
          <a:xfrm xmlns:a="http://schemas.openxmlformats.org/drawingml/2006/main">
            <a:off x="731520" y="365760"/>
            <a:ext cx="2377440" cy="329184"/>
          </a:xfrm>
          <a:prstGeom xmlns:a="http://schemas.openxmlformats.org/drawingml/2006/main" prst="roundRect">
            <a:avLst/>
          </a:prstGeom>
          <a:solidFill xmlns:a="http://schemas.openxmlformats.org/drawingml/2006/main">
            <a:srgbClr val="1E293B"/>
          </a:solidFill>
          <a:ln xmlns:a="http://schemas.openxmlformats.org/drawingml/2006/main">
            <a:solidFill>
              <a:srgbClr val="F97316"/>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defRPr sz="1100" b="1">
                <a:solidFill>
                  <a:srgbClr val="F97316"/>
                </a:solidFill>
              </a:defRPr>
            </a:pPr>
            <a:r>
              <a:t>SLIDE 01 • ĐẶT VẤN ĐỀ</a:t>
            </a:r>
          </a:p>
        </p:txBody>
      </p:sp>
      <p:sp>
        <p:nvSpPr>
          <p:cNvPr id="4" name="TextBox 3">
            <a:extLst xmlns:a="http://schemas.openxmlformats.org/drawingml/2006/main">
              <a:ext uri="{FF2B5EF4-FFF2-40B4-BE49-F238E27FC236}">
                <a16:creationId xmlns:a16="http://schemas.microsoft.com/office/drawing/2014/main" id="{5BA4D6E3-85EE-41F8-826F-AF1A4450D19F}"/>
              </a:ext>
            </a:extLst>
          </p:cNvPr>
          <p:cNvSpPr>
            <a:spLocks xmlns:a="http://schemas.openxmlformats.org/drawingml/2006/main" noGrp="1"/>
          </p:cNvSpPr>
          <p:nvPr/>
        </p:nvSpPr>
        <p:spPr>
          <a:xfrm xmlns:a="http://schemas.openxmlformats.org/drawingml/2006/main">
            <a:off x="731520" y="749808"/>
            <a:ext cx="10698480" cy="7315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buNone/>
              <a:defRPr sz="2800" b="1">
                <a:solidFill>
                  <a:srgbClr val="F8FAFC"/>
                </a:solidFill>
              </a:defRPr>
            </a:pPr>
            <a:r>
              <a:t>Chatbot Truyền Thống vs Chatbot Ứng Dụng LLM</a:t>
            </a:r>
          </a:p>
        </p:txBody>
      </p:sp>
      <p:sp>
        <p:nvSpPr>
          <p:cNvPr id="5" name="TextBox 4">
            <a:extLst xmlns:a="http://schemas.openxmlformats.org/drawingml/2006/main">
              <a:ext uri="{FF2B5EF4-FFF2-40B4-BE49-F238E27FC236}">
                <a16:creationId xmlns:a16="http://schemas.microsoft.com/office/drawing/2014/main" id="{BF6E7FE1-0902-4B5A-B2EE-79CC88FB8598}"/>
              </a:ext>
            </a:extLst>
          </p:cNvPr>
          <p:cNvSpPr>
            <a:spLocks xmlns:a="http://schemas.openxmlformats.org/drawingml/2006/main" noGrp="1"/>
          </p:cNvSpPr>
          <p:nvPr/>
        </p:nvSpPr>
        <p:spPr>
          <a:xfrm xmlns:a="http://schemas.openxmlformats.org/drawingml/2006/main">
            <a:off x="731520" y="1371600"/>
            <a:ext cx="10698480" cy="365760"/>
          </a:xfrm>
          <a:prstGeom xmlns:a="http://schemas.openxmlformats.org/drawingml/2006/main" prst="rect">
            <a:avLst/>
          </a:prstGeom>
          <a:noFill xmlns:a="http://schemas.openxmlformats.org/drawingml/2006/main"/>
        </p:spPr>
        <p:txBody>
          <a:bodyPr xmlns:a="http://schemas.openxmlformats.org/drawingml/2006/main" wrap="none">
            <a:spAutoFit/>
          </a:bodyPr>
          <a:lstStyle xmlns:a="http://schemas.openxmlformats.org/drawingml/2006/main"/>
          <a:p xmlns:a="http://schemas.openxmlformats.org/drawingml/2006/main">
            <a:pPr>
              <a:buNone/>
              <a:defRPr sz="1300">
                <a:solidFill>
                  <a:srgbClr val="CBD5E1"/>
                </a:solidFill>
              </a:defRPr>
            </a:pPr>
            <a:r>
              <a:t>Tại sao hệ thống cần tích hợp Mô hình ngôn ngữ lớn (LLM) để tư vấn khách hàng?</a:t>
            </a:r>
          </a:p>
        </p:txBody>
      </p:sp>
      <p:sp>
        <p:nvSpPr>
          <p:cNvPr id="6" name="Rounded Rectangle 5">
            <a:extLst xmlns:a="http://schemas.openxmlformats.org/drawingml/2006/main">
              <a:ext uri="{FF2B5EF4-FFF2-40B4-BE49-F238E27FC236}">
                <a16:creationId xmlns:a16="http://schemas.microsoft.com/office/drawing/2014/main" id="{184E8948-1AE6-47B9-B37C-B719778FF3FA}"/>
              </a:ext>
            </a:extLst>
          </p:cNvPr>
          <p:cNvSpPr>
            <a:spLocks xmlns:a="http://schemas.openxmlformats.org/drawingml/2006/main" noGrp="1"/>
          </p:cNvSpPr>
          <p:nvPr/>
        </p:nvSpPr>
        <p:spPr>
          <a:xfrm xmlns:a="http://schemas.openxmlformats.org/drawingml/2006/main">
            <a:off x="731520" y="1828800"/>
            <a:ext cx="5120640" cy="4480560"/>
          </a:xfrm>
          <a:prstGeom xmlns:a="http://schemas.openxmlformats.org/drawingml/2006/main" prst="roundRect">
            <a:avLst/>
          </a:prstGeom>
          <a:solidFill xmlns:a="http://schemas.openxmlformats.org/drawingml/2006/main">
            <a:srgbClr val="1E293B"/>
          </a:solidFill>
          <a:ln xmlns:a="http://schemas.openxmlformats.org/drawingml/2006/main">
            <a:solidFill>
              <a:srgbClr val="F43F5E"/>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lIns="320040" tIns="274320" rIns="320040" anchor="ctr"/>
          <a:lstStyle xmlns:a="http://schemas.openxmlformats.org/drawingml/2006/main"/>
          <a:p xmlns:a="http://schemas.openxmlformats.org/drawingml/2006/main">
            <a:pPr algn="ctr">
              <a:buNone/>
              <a:defRPr sz="1600" b="1">
                <a:solidFill>
                  <a:srgbClr val="F43F5E"/>
                </a:solidFill>
              </a:defRPr>
            </a:pPr>
            <a:r>
              <a:t>1. CHATBOT TRUYỀN THỐNG (RULE-BASED)</a:t>
            </a:r>
          </a:p>
          <a:p xmlns:a="http://schemas.openxmlformats.org/drawingml/2006/main">
            <a:pPr>
              <a:spcBef>
                <a:spcPts val="1400"/>
              </a:spcBef>
              <a:buNone/>
              <a:defRPr sz="1400" b="1">
                <a:solidFill>
                  <a:srgbClr val="F8FAFC"/>
                </a:solidFill>
              </a:defRPr>
            </a:pPr>
            <a:r>
              <a:t>• Phụ thuộc từ khóa &amp; Cây quyết định:</a:t>
            </a:r>
          </a:p>
          <a:p xmlns:a="http://schemas.openxmlformats.org/drawingml/2006/main">
            <a:pPr>
              <a:spcBef>
                <a:spcPts val="300"/>
              </a:spcBef>
              <a:buNone/>
              <a:defRPr sz="1300">
                <a:solidFill>
                  <a:srgbClr val="CBD5E1"/>
                </a:solidFill>
              </a:defRPr>
            </a:pPr>
            <a:r>
              <a:t>Chỉ trả lời đúng từ khóa được lập trình cứng hoặc bắt người dùng bấm các nút Menu có sẵn.</a:t>
            </a:r>
          </a:p>
          <a:p xmlns:a="http://schemas.openxmlformats.org/drawingml/2006/main">
            <a:pPr>
              <a:spcBef>
                <a:spcPts val="1400"/>
              </a:spcBef>
              <a:buNone/>
              <a:defRPr sz="1400" b="1">
                <a:solidFill>
                  <a:srgbClr val="F8FAFC"/>
                </a:solidFill>
              </a:defRPr>
            </a:pPr>
            <a:r>
              <a:t>• Trải nghiệm cứng nhắc, dễ lỗi:</a:t>
            </a:r>
          </a:p>
          <a:p xmlns:a="http://schemas.openxmlformats.org/drawingml/2006/main">
            <a:pPr>
              <a:spcBef>
                <a:spcPts val="300"/>
              </a:spcBef>
              <a:buNone/>
              <a:defRPr sz="1300">
                <a:solidFill>
                  <a:srgbClr val="CBD5E1"/>
                </a:solidFill>
              </a:defRPr>
            </a:pPr>
            <a:r>
              <a:t>Khách gõ sai chính tả, viết tắt hoặc hỏi tự nhiên là </a:t>
            </a:r>
            <a:r>
              <a:t>khó xử lý câu hỏi ngoài các quy tắc.</a:t>
            </a:r>
          </a:p>
          <a:p xmlns:a="http://schemas.openxmlformats.org/drawingml/2006/main">
            <a:pPr>
              <a:spcBef>
                <a:spcPts val="1400"/>
              </a:spcBef>
              <a:buNone/>
              <a:defRPr sz="1400" b="1">
                <a:solidFill>
                  <a:srgbClr val="F8FAFC"/>
                </a:solidFill>
              </a:defRPr>
            </a:pPr>
            <a:r>
              <a:t>• Giới hạn tư vấn:</a:t>
            </a:r>
          </a:p>
          <a:p xmlns:a="http://schemas.openxmlformats.org/drawingml/2006/main">
            <a:pPr>
              <a:spcBef>
                <a:spcPts val="300"/>
              </a:spcBef>
              <a:buNone/>
              <a:defRPr sz="1300">
                <a:solidFill>
                  <a:srgbClr val="CBD5E1"/>
                </a:solidFill>
              </a:defRPr>
            </a:pPr>
            <a:r>
              <a:t>Không có khả năng hiểu ngữ cảnh đối thoại hay tư vấn linh hoạt theo nhu cầu riêng của từng khách.</a:t>
            </a:r>
          </a:p>
        </p:txBody>
      </p:sp>
      <p:sp>
        <p:nvSpPr>
          <p:cNvPr id="7" name="Rounded Rectangle 6">
            <a:extLst xmlns:a="http://schemas.openxmlformats.org/drawingml/2006/main">
              <a:ext uri="{FF2B5EF4-FFF2-40B4-BE49-F238E27FC236}">
                <a16:creationId xmlns:a16="http://schemas.microsoft.com/office/drawing/2014/main" id="{AAA20B64-D318-475B-A441-2F27519B200D}"/>
              </a:ext>
            </a:extLst>
          </p:cNvPr>
          <p:cNvSpPr>
            <a:spLocks xmlns:a="http://schemas.openxmlformats.org/drawingml/2006/main" noGrp="1"/>
          </p:cNvSpPr>
          <p:nvPr/>
        </p:nvSpPr>
        <p:spPr>
          <a:xfrm xmlns:a="http://schemas.openxmlformats.org/drawingml/2006/main">
            <a:off x="6217920" y="1828800"/>
            <a:ext cx="5212080" cy="4480560"/>
          </a:xfrm>
          <a:prstGeom xmlns:a="http://schemas.openxmlformats.org/drawingml/2006/main" prst="roundRect">
            <a:avLst/>
          </a:prstGeom>
          <a:solidFill xmlns:a="http://schemas.openxmlformats.org/drawingml/2006/main">
            <a:srgbClr val="1E293B"/>
          </a:solidFill>
          <a:ln xmlns:a="http://schemas.openxmlformats.org/drawingml/2006/main">
            <a:solidFill>
              <a:srgbClr val="10B98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lIns="320040" tIns="274320" rIns="320040" anchor="ctr"/>
          <a:lstStyle xmlns:a="http://schemas.openxmlformats.org/drawingml/2006/main"/>
          <a:p xmlns:a="http://schemas.openxmlformats.org/drawingml/2006/main">
            <a:pPr algn="ctr">
              <a:buNone/>
              <a:defRPr sz="1600" b="1">
                <a:solidFill>
                  <a:srgbClr val="10B981"/>
                </a:solidFill>
              </a:defRPr>
            </a:pPr>
            <a:r>
              <a:t>2. CHATBOT ỨNG DỤNG LLM (LIVEORDER)</a:t>
            </a:r>
          </a:p>
          <a:p xmlns:a="http://schemas.openxmlformats.org/drawingml/2006/main">
            <a:pPr>
              <a:spcBef>
                <a:spcPts val="1400"/>
              </a:spcBef>
              <a:buNone/>
              <a:defRPr sz="1400" b="1">
                <a:solidFill>
                  <a:srgbClr val="F8FAFC"/>
                </a:solidFill>
              </a:defRPr>
            </a:pPr>
            <a:r>
              <a:t>• Hiểu ngôn ngữ tự nhiên (NLP):</a:t>
            </a:r>
          </a:p>
          <a:p xmlns:a="http://schemas.openxmlformats.org/drawingml/2006/main">
            <a:pPr>
              <a:spcBef>
                <a:spcPts val="300"/>
              </a:spcBef>
              <a:buNone/>
              <a:defRPr sz="1300">
                <a:solidFill>
                  <a:srgbClr val="CBD5E1"/>
                </a:solidFill>
              </a:defRPr>
            </a:pPr>
            <a:r>
              <a:t>Có khả n</a:t>
            </a:r>
            <a:r>
              <a:t>ă</a:t>
            </a:r>
            <a:r>
              <a:t>ng xử l</a:t>
            </a:r>
            <a:r>
              <a:t>ý </a:t>
            </a:r>
            <a:r>
              <a:t>cách diễn </a:t>
            </a:r>
            <a:r>
              <a:t>đ</a:t>
            </a:r>
            <a:r>
              <a:t>ạt tự nhiên</a:t>
            </a:r>
            <a:r>
              <a:t> và ngữ cảnh mua sắm thực tế của khách hàng.</a:t>
            </a:r>
          </a:p>
          <a:p xmlns:a="http://schemas.openxmlformats.org/drawingml/2006/main">
            <a:pPr>
              <a:spcBef>
                <a:spcPts val="1400"/>
              </a:spcBef>
              <a:buNone/>
              <a:defRPr sz="1400" b="1">
                <a:solidFill>
                  <a:srgbClr val="F8FAFC"/>
                </a:solidFill>
              </a:defRPr>
            </a:pPr>
            <a:r>
              <a:t>• Tư vấn linh hoạt theo kho tri thức:</a:t>
            </a:r>
          </a:p>
          <a:p xmlns:a="http://schemas.openxmlformats.org/drawingml/2006/main">
            <a:pPr>
              <a:spcBef>
                <a:spcPts val="300"/>
              </a:spcBef>
              <a:buNone/>
              <a:defRPr sz="1300">
                <a:solidFill>
                  <a:srgbClr val="CBD5E1"/>
                </a:solidFill>
              </a:defRPr>
            </a:pPr>
            <a:r>
              <a:t>Đọc dữ liệu sản phẩm của Shop (Knowledge Base) để tự động tư vấn size, màu sắc, giá cả.</a:t>
            </a:r>
          </a:p>
          <a:p xmlns:a="http://schemas.openxmlformats.org/drawingml/2006/main">
            <a:pPr>
              <a:spcBef>
                <a:spcPts val="1400"/>
              </a:spcBef>
              <a:buNone/>
              <a:defRPr sz="1400" b="1">
                <a:solidFill>
                  <a:srgbClr val="F8FAFC"/>
                </a:solidFill>
              </a:defRPr>
            </a:pPr>
            <a:r>
              <a:t>• Trải nghiệm cá nhân hóa:</a:t>
            </a:r>
          </a:p>
          <a:p xmlns:a="http://schemas.openxmlformats.org/drawingml/2006/main">
            <a:pPr>
              <a:spcBef>
                <a:spcPts val="300"/>
              </a:spcBef>
              <a:buNone/>
              <a:defRPr sz="1300">
                <a:solidFill>
                  <a:srgbClr val="CBD5E1"/>
                </a:solidFill>
              </a:defRPr>
            </a:pPr>
            <a:r>
              <a:t>Trò chuyện thân thiện, chuyên nghiệp như một nhân viên bán hàng túc trực 24/7 trong Inbox.</a:t>
            </a:r>
          </a:p>
        </p:txBody>
      </p:sp>
    </p:spTree>
    <p:extLst>
      <p:ext uri="{BB962C8B-B14F-4D97-AF65-F5344CB8AC3E}">
        <p14:creationId xmlns:p14="http://schemas.microsoft.com/office/powerpoint/2010/main" val="2136593942"/>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CC2273ED-A606-4B6E-98A3-79DD2F9054E5}"/>
              </a:ext>
            </a:extLst>
          </p:cNvPr>
          <p:cNvSpPr>
            <a:spLocks xmlns:a="http://schemas.openxmlformats.org/drawingml/2006/main" noGrp="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0F172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Rounded Rectangle 2">
            <a:extLst xmlns:a="http://schemas.openxmlformats.org/drawingml/2006/main">
              <a:ext uri="{FF2B5EF4-FFF2-40B4-BE49-F238E27FC236}">
                <a16:creationId xmlns:a16="http://schemas.microsoft.com/office/drawing/2014/main" id="{5CC68F5A-68C8-4FEB-9B95-0736B15422B8}"/>
              </a:ext>
            </a:extLst>
          </p:cNvPr>
          <p:cNvSpPr>
            <a:spLocks xmlns:a="http://schemas.openxmlformats.org/drawingml/2006/main" noGrp="1"/>
          </p:cNvSpPr>
          <p:nvPr/>
        </p:nvSpPr>
        <p:spPr>
          <a:xfrm xmlns:a="http://schemas.openxmlformats.org/drawingml/2006/main">
            <a:off x="731520" y="365760"/>
            <a:ext cx="2377440" cy="329184"/>
          </a:xfrm>
          <a:prstGeom xmlns:a="http://schemas.openxmlformats.org/drawingml/2006/main" prst="roundRect">
            <a:avLst/>
          </a:prstGeom>
          <a:solidFill xmlns:a="http://schemas.openxmlformats.org/drawingml/2006/main">
            <a:srgbClr val="1E293B"/>
          </a:solidFill>
          <a:ln xmlns:a="http://schemas.openxmlformats.org/drawingml/2006/main">
            <a:solidFill>
              <a:srgbClr val="F97316"/>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defRPr sz="1100" b="1">
                <a:solidFill>
                  <a:srgbClr val="F97316"/>
                </a:solidFill>
              </a:defRPr>
            </a:pPr>
            <a:r>
              <a:t>SLIDE 02 • KIẾN TRÚC TIN NHẮN</a:t>
            </a:r>
          </a:p>
        </p:txBody>
      </p:sp>
      <p:sp>
        <p:nvSpPr>
          <p:cNvPr id="4" name="TextBox 3">
            <a:extLst xmlns:a="http://schemas.openxmlformats.org/drawingml/2006/main">
              <a:ext uri="{FF2B5EF4-FFF2-40B4-BE49-F238E27FC236}">
                <a16:creationId xmlns:a16="http://schemas.microsoft.com/office/drawing/2014/main" id="{A769C9F3-7A56-4F69-B62E-E7DA5D825A2E}"/>
              </a:ext>
            </a:extLst>
          </p:cNvPr>
          <p:cNvSpPr>
            <a:spLocks xmlns:a="http://schemas.openxmlformats.org/drawingml/2006/main" noGrp="1"/>
          </p:cNvSpPr>
          <p:nvPr/>
        </p:nvSpPr>
        <p:spPr>
          <a:xfrm xmlns:a="http://schemas.openxmlformats.org/drawingml/2006/main">
            <a:off x="731520" y="749808"/>
            <a:ext cx="10698480" cy="7315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buNone/>
              <a:defRPr sz="2800" b="1">
                <a:solidFill>
                  <a:srgbClr val="F8FAFC"/>
                </a:solidFill>
              </a:defRPr>
            </a:pPr>
            <a:r>
              <a:t>Cấu Trúc 3 Vai Trò &amp; Cơ Chế Lưu Nhớ Lịch Sử</a:t>
            </a:r>
          </a:p>
        </p:txBody>
      </p:sp>
      <p:sp>
        <p:nvSpPr>
          <p:cNvPr id="5" name="TextBox 4">
            <a:extLst xmlns:a="http://schemas.openxmlformats.org/drawingml/2006/main">
              <a:ext uri="{FF2B5EF4-FFF2-40B4-BE49-F238E27FC236}">
                <a16:creationId xmlns:a16="http://schemas.microsoft.com/office/drawing/2014/main" id="{8C7B544B-4B5F-4CD3-B10D-FCCB1D0824A5}"/>
              </a:ext>
            </a:extLst>
          </p:cNvPr>
          <p:cNvSpPr>
            <a:spLocks xmlns:a="http://schemas.openxmlformats.org/drawingml/2006/main" noGrp="1"/>
          </p:cNvSpPr>
          <p:nvPr/>
        </p:nvSpPr>
        <p:spPr>
          <a:xfrm xmlns:a="http://schemas.openxmlformats.org/drawingml/2006/main">
            <a:off x="731520" y="1371600"/>
            <a:ext cx="10698480" cy="365760"/>
          </a:xfrm>
          <a:prstGeom xmlns:a="http://schemas.openxmlformats.org/drawingml/2006/main" prst="rect">
            <a:avLst/>
          </a:prstGeom>
          <a:noFill xmlns:a="http://schemas.openxmlformats.org/drawingml/2006/main"/>
        </p:spPr>
        <p:txBody>
          <a:bodyPr xmlns:a="http://schemas.openxmlformats.org/drawingml/2006/main" wrap="none">
            <a:spAutoFit/>
          </a:bodyPr>
          <a:lstStyle xmlns:a="http://schemas.openxmlformats.org/drawingml/2006/main"/>
          <a:p xmlns:a="http://schemas.openxmlformats.org/drawingml/2006/main">
            <a:pPr>
              <a:buNone/>
              <a:defRPr sz="1300">
                <a:solidFill>
                  <a:srgbClr val="CBD5E1"/>
                </a:solidFill>
              </a:defRPr>
            </a:pPr>
            <a:r>
              <a:t>Cách đóng gói dữ liệu và giải pháp giúp AI duy trì mạch hội thoại liên tục</a:t>
            </a:r>
          </a:p>
        </p:txBody>
      </p:sp>
      <p:sp>
        <p:nvSpPr>
          <p:cNvPr id="6" name="Rounded Rectangle 5">
            <a:extLst xmlns:a="http://schemas.openxmlformats.org/drawingml/2006/main">
              <a:ext uri="{FF2B5EF4-FFF2-40B4-BE49-F238E27FC236}">
                <a16:creationId xmlns:a16="http://schemas.microsoft.com/office/drawing/2014/main" id="{41632F21-607B-4079-9EBE-482540150408}"/>
              </a:ext>
            </a:extLst>
          </p:cNvPr>
          <p:cNvSpPr>
            <a:spLocks xmlns:a="http://schemas.openxmlformats.org/drawingml/2006/main" noGrp="1"/>
          </p:cNvSpPr>
          <p:nvPr/>
        </p:nvSpPr>
        <p:spPr>
          <a:xfrm xmlns:a="http://schemas.openxmlformats.org/drawingml/2006/main">
            <a:off x="731520" y="1828800"/>
            <a:ext cx="5120640" cy="4480560"/>
          </a:xfrm>
          <a:prstGeom xmlns:a="http://schemas.openxmlformats.org/drawingml/2006/main" prst="roundRect">
            <a:avLst/>
          </a:prstGeom>
          <a:solidFill xmlns:a="http://schemas.openxmlformats.org/drawingml/2006/main">
            <a:srgbClr val="1E293B"/>
          </a:solidFill>
          <a:ln xmlns:a="http://schemas.openxmlformats.org/drawingml/2006/main">
            <a:solidFill>
              <a:srgbClr val="334155"/>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lIns="320040" tIns="274320" rIns="320040" anchor="ctr"/>
          <a:lstStyle xmlns:a="http://schemas.openxmlformats.org/drawingml/2006/main"/>
          <a:p xmlns:a="http://schemas.openxmlformats.org/drawingml/2006/main">
            <a:pPr algn="ctr">
              <a:buNone/>
              <a:defRPr sz="1600" b="1">
                <a:solidFill>
                  <a:srgbClr val="818CF8"/>
                </a:solidFill>
              </a:defRPr>
            </a:pPr>
            <a:r>
              <a:t>1. CẤU TRÚC 3 VAI TRÒ (ROLES)</a:t>
            </a:r>
          </a:p>
          <a:p xmlns:a="http://schemas.openxmlformats.org/drawingml/2006/main">
            <a:pPr>
              <a:spcBef>
                <a:spcPts val="1400"/>
              </a:spcBef>
              <a:buNone/>
              <a:defRPr sz="1400" b="1">
                <a:solidFill>
                  <a:srgbClr val="F59E0B"/>
                </a:solidFill>
              </a:defRPr>
            </a:pPr>
            <a:r>
              <a:t>• role: system</a:t>
            </a:r>
          </a:p>
          <a:p xmlns:a="http://schemas.openxmlformats.org/drawingml/2006/main">
            <a:pPr>
              <a:spcBef>
                <a:spcPts val="300"/>
              </a:spcBef>
              <a:buNone/>
              <a:defRPr sz="1300">
                <a:solidFill>
                  <a:srgbClr val="CBD5E1"/>
                </a:solidFill>
              </a:defRPr>
            </a:pPr>
            <a:r>
              <a:t>Lời dặn nhân cách (nhân viên bán hàng lịch sự, ngắn gọn) + Nhúng dữ liệu sản phẩm của shop (Knowledge Base).</a:t>
            </a:r>
          </a:p>
          <a:p xmlns:a="http://schemas.openxmlformats.org/drawingml/2006/main">
            <a:pPr>
              <a:spcBef>
                <a:spcPts val="1400"/>
              </a:spcBef>
              <a:buNone/>
              <a:defRPr sz="1400" b="1">
                <a:solidFill>
                  <a:srgbClr val="3B82F6"/>
                </a:solidFill>
              </a:defRPr>
            </a:pPr>
            <a:r>
              <a:t>• role: user</a:t>
            </a:r>
          </a:p>
          <a:p xmlns:a="http://schemas.openxmlformats.org/drawingml/2006/main">
            <a:pPr>
              <a:spcBef>
                <a:spcPts val="300"/>
              </a:spcBef>
              <a:buNone/>
              <a:defRPr sz="1300">
                <a:solidFill>
                  <a:srgbClr val="CBD5E1"/>
                </a:solidFill>
              </a:defRPr>
            </a:pPr>
            <a:r>
              <a:t>Nội dung câu hỏi, thắc mắc do khách hàng gửi vào Inbox.</a:t>
            </a:r>
          </a:p>
          <a:p xmlns:a="http://schemas.openxmlformats.org/drawingml/2006/main">
            <a:pPr>
              <a:spcBef>
                <a:spcPts val="1400"/>
              </a:spcBef>
              <a:buNone/>
              <a:defRPr sz="1400" b="1">
                <a:solidFill>
                  <a:srgbClr val="10B981"/>
                </a:solidFill>
              </a:defRPr>
            </a:pPr>
            <a:r>
              <a:t>• role: assistant</a:t>
            </a:r>
          </a:p>
          <a:p xmlns:a="http://schemas.openxmlformats.org/drawingml/2006/main">
            <a:pPr>
              <a:spcBef>
                <a:spcPts val="300"/>
              </a:spcBef>
              <a:buNone/>
              <a:defRPr sz="1300">
                <a:solidFill>
                  <a:srgbClr val="CBD5E1"/>
                </a:solidFill>
              </a:defRPr>
            </a:pPr>
            <a:r>
              <a:t>Nội dung câu trả lời do mô hình AI sinh ra sau khi xử lý.</a:t>
            </a:r>
          </a:p>
        </p:txBody>
      </p:sp>
      <p:sp>
        <p:nvSpPr>
          <p:cNvPr id="7" name="Rounded Rectangle 6">
            <a:extLst xmlns:a="http://schemas.openxmlformats.org/drawingml/2006/main">
              <a:ext uri="{FF2B5EF4-FFF2-40B4-BE49-F238E27FC236}">
                <a16:creationId xmlns:a16="http://schemas.microsoft.com/office/drawing/2014/main" id="{5F70F8F3-1F06-4369-8B8D-0E63F8275CFE}"/>
              </a:ext>
            </a:extLst>
          </p:cNvPr>
          <p:cNvSpPr>
            <a:spLocks xmlns:a="http://schemas.openxmlformats.org/drawingml/2006/main" noGrp="1"/>
          </p:cNvSpPr>
          <p:nvPr/>
        </p:nvSpPr>
        <p:spPr>
          <a:xfrm xmlns:a="http://schemas.openxmlformats.org/drawingml/2006/main">
            <a:off x="6217920" y="1828800"/>
            <a:ext cx="5212080" cy="4480560"/>
          </a:xfrm>
          <a:prstGeom xmlns:a="http://schemas.openxmlformats.org/drawingml/2006/main" prst="roundRect">
            <a:avLst/>
          </a:prstGeom>
          <a:solidFill xmlns:a="http://schemas.openxmlformats.org/drawingml/2006/main">
            <a:srgbClr val="1E293B"/>
          </a:solidFill>
          <a:ln xmlns:a="http://schemas.openxmlformats.org/drawingml/2006/main">
            <a:solidFill>
              <a:srgbClr val="334155"/>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lIns="320040" tIns="274320" rIns="320040" anchor="ctr"/>
          <a:lstStyle xmlns:a="http://schemas.openxmlformats.org/drawingml/2006/main"/>
          <a:p xmlns:a="http://schemas.openxmlformats.org/drawingml/2006/main">
            <a:pPr algn="ctr">
              <a:buNone/>
              <a:defRPr sz="1600" b="1">
                <a:solidFill>
                  <a:srgbClr val="F97316"/>
                </a:solidFill>
              </a:defRPr>
            </a:pPr>
            <a:r>
              <a:t>2. CƠ CHẾ 'LƯU NHỚ' LỊCH SỬ CHAT</a:t>
            </a:r>
          </a:p>
          <a:p xmlns:a="http://schemas.openxmlformats.org/drawingml/2006/main">
            <a:pPr>
              <a:spcBef>
                <a:spcPts val="1400"/>
              </a:spcBef>
              <a:buNone/>
              <a:defRPr sz="1400" b="1">
                <a:solidFill>
                  <a:srgbClr val="F8FAFC"/>
                </a:solidFill>
              </a:defRPr>
            </a:pPr>
            <a:r>
              <a:t>• Bản chất AI là Stateless (Không có trí nhớ):</a:t>
            </a:r>
          </a:p>
          <a:p xmlns:a="http://schemas.openxmlformats.org/drawingml/2006/main">
            <a:pPr>
              <a:spcBef>
                <a:spcPts val="300"/>
              </a:spcBef>
              <a:buNone/>
              <a:defRPr sz="1300">
                <a:solidFill>
                  <a:srgbClr val="CBD5E1"/>
                </a:solidFill>
              </a:defRPr>
            </a:pPr>
            <a:r>
              <a:t>Mô hình AI hoàn toàn không tự lưu nhớ gì sau mỗi câu trả lời. Mỗi lần gửi request lên API là một lần hoàn toàn mới.</a:t>
            </a:r>
          </a:p>
          <a:p xmlns:a="http://schemas.openxmlformats.org/drawingml/2006/main">
            <a:pPr>
              <a:spcBef>
                <a:spcPts val="1400"/>
              </a:spcBef>
              <a:buNone/>
              <a:defRPr sz="1400" b="1">
                <a:solidFill>
                  <a:srgbClr val="F8FAFC"/>
                </a:solidFill>
              </a:defRPr>
            </a:pPr>
            <a:r>
              <a:t>• Cách Backend xử lý để AI 'nhớ':</a:t>
            </a:r>
          </a:p>
          <a:p xmlns:a="http://schemas.openxmlformats.org/drawingml/2006/main">
            <a:pPr>
              <a:spcBef>
                <a:spcPts val="300"/>
              </a:spcBef>
              <a:buNone/>
              <a:defRPr sz="1300">
                <a:solidFill>
                  <a:srgbClr val="CBD5E1"/>
                </a:solidFill>
              </a:defRPr>
            </a:pPr>
            <a:r>
              <a:t>Mọi tin nhắn đều được lưu trong Database. Khi khách hỏi câu mới, Backend sẽ gom </a:t>
            </a:r>
            <a:r>
              <a:t>10</a:t>
            </a:r>
            <a:r>
              <a:t>  tin nhắn cũ của khách (User) và câu trả lời cũ của AI (Assistant) xếp theo thứ tự thời gian.</a:t>
            </a:r>
          </a:p>
          <a:p xmlns:a="http://schemas.openxmlformats.org/drawingml/2006/main">
            <a:pPr>
              <a:spcBef>
                <a:spcPts val="1400"/>
              </a:spcBef>
              <a:buNone/>
              <a:defRPr sz="1400" b="1">
                <a:solidFill>
                  <a:srgbClr val="F8FAFC"/>
                </a:solidFill>
              </a:defRPr>
            </a:pPr>
            <a:r>
              <a:t>• Đóng gói thành chuỗi hội thoại:</a:t>
            </a:r>
          </a:p>
          <a:p xmlns:a="http://schemas.openxmlformats.org/drawingml/2006/main">
            <a:pPr>
              <a:spcBef>
                <a:spcPts val="300"/>
              </a:spcBef>
              <a:buNone/>
              <a:defRPr sz="1300">
                <a:solidFill>
                  <a:srgbClr val="CBD5E1"/>
                </a:solidFill>
              </a:defRPr>
            </a:pPr>
            <a:r>
              <a:t>Toàn bộ danh sách này được gửi kèm lên cùng câu hỏi mới, giúp AI đọc lại toàn bộ bối cảnh quá khứ và trả lời mạch lạc.</a:t>
            </a:r>
          </a:p>
        </p:txBody>
      </p:sp>
    </p:spTree>
    <p:extLst>
      <p:ext uri="{BB962C8B-B14F-4D97-AF65-F5344CB8AC3E}">
        <p14:creationId xmlns:p14="http://schemas.microsoft.com/office/powerpoint/2010/main" val="227836867"/>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C1CF312B-3DF5-42F4-83A8-91B9F332C8F9}"/>
              </a:ext>
            </a:extLst>
          </p:cNvPr>
          <p:cNvSpPr>
            <a:spLocks xmlns:a="http://schemas.openxmlformats.org/drawingml/2006/main" noGrp="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0F172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Rounded Rectangle 2">
            <a:extLst xmlns:a="http://schemas.openxmlformats.org/drawingml/2006/main">
              <a:ext uri="{FF2B5EF4-FFF2-40B4-BE49-F238E27FC236}">
                <a16:creationId xmlns:a16="http://schemas.microsoft.com/office/drawing/2014/main" id="{3A9AA3FC-547E-45D0-9414-4D9C2121FBDA}"/>
              </a:ext>
            </a:extLst>
          </p:cNvPr>
          <p:cNvSpPr>
            <a:spLocks xmlns:a="http://schemas.openxmlformats.org/drawingml/2006/main" noGrp="1"/>
          </p:cNvSpPr>
          <p:nvPr/>
        </p:nvSpPr>
        <p:spPr>
          <a:xfrm xmlns:a="http://schemas.openxmlformats.org/drawingml/2006/main">
            <a:off x="731520" y="365760"/>
            <a:ext cx="2377440" cy="329184"/>
          </a:xfrm>
          <a:prstGeom xmlns:a="http://schemas.openxmlformats.org/drawingml/2006/main" prst="roundRect">
            <a:avLst/>
          </a:prstGeom>
          <a:solidFill xmlns:a="http://schemas.openxmlformats.org/drawingml/2006/main">
            <a:srgbClr val="1E293B"/>
          </a:solidFill>
          <a:ln xmlns:a="http://schemas.openxmlformats.org/drawingml/2006/main">
            <a:solidFill>
              <a:srgbClr val="F97316"/>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defRPr sz="1100" b="1">
                <a:solidFill>
                  <a:srgbClr val="F97316"/>
                </a:solidFill>
              </a:defRPr>
            </a:pPr>
            <a:r>
              <a:t>SLIDE 03 • LỰA CHỌN CÔNG NGHỆ</a:t>
            </a:r>
          </a:p>
        </p:txBody>
      </p:sp>
      <p:sp>
        <p:nvSpPr>
          <p:cNvPr id="4" name="TextBox 3">
            <a:extLst xmlns:a="http://schemas.openxmlformats.org/drawingml/2006/main">
              <a:ext uri="{FF2B5EF4-FFF2-40B4-BE49-F238E27FC236}">
                <a16:creationId xmlns:a16="http://schemas.microsoft.com/office/drawing/2014/main" id="{84ACC556-567B-44CE-A9B9-F1964216FD45}"/>
              </a:ext>
            </a:extLst>
          </p:cNvPr>
          <p:cNvSpPr>
            <a:spLocks xmlns:a="http://schemas.openxmlformats.org/drawingml/2006/main" noGrp="1"/>
          </p:cNvSpPr>
          <p:nvPr/>
        </p:nvSpPr>
        <p:spPr>
          <a:xfrm xmlns:a="http://schemas.openxmlformats.org/drawingml/2006/main">
            <a:off x="731520" y="749808"/>
            <a:ext cx="10698480" cy="7315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buNone/>
              <a:defRPr sz="2800" b="1">
                <a:solidFill>
                  <a:srgbClr val="F8FAFC"/>
                </a:solidFill>
              </a:defRPr>
            </a:pPr>
            <a:r>
              <a:t>GroqCloud Trong LiveOrder &amp; Lý Do Lựa Chọn</a:t>
            </a:r>
          </a:p>
        </p:txBody>
      </p:sp>
      <p:sp>
        <p:nvSpPr>
          <p:cNvPr id="5" name="TextBox 4">
            <a:extLst xmlns:a="http://schemas.openxmlformats.org/drawingml/2006/main">
              <a:ext uri="{FF2B5EF4-FFF2-40B4-BE49-F238E27FC236}">
                <a16:creationId xmlns:a16="http://schemas.microsoft.com/office/drawing/2014/main" id="{5DF4E3D7-9C91-4B16-AB16-3E000745B18A}"/>
              </a:ext>
            </a:extLst>
          </p:cNvPr>
          <p:cNvSpPr>
            <a:spLocks xmlns:a="http://schemas.openxmlformats.org/drawingml/2006/main" noGrp="1"/>
          </p:cNvSpPr>
          <p:nvPr/>
        </p:nvSpPr>
        <p:spPr>
          <a:xfrm xmlns:a="http://schemas.openxmlformats.org/drawingml/2006/main">
            <a:off x="731520" y="1371600"/>
            <a:ext cx="10698480" cy="365760"/>
          </a:xfrm>
          <a:prstGeom xmlns:a="http://schemas.openxmlformats.org/drawingml/2006/main" prst="rect">
            <a:avLst/>
          </a:prstGeom>
          <a:noFill xmlns:a="http://schemas.openxmlformats.org/drawingml/2006/main"/>
        </p:spPr>
        <p:txBody>
          <a:bodyPr xmlns:a="http://schemas.openxmlformats.org/drawingml/2006/main" wrap="none">
            <a:spAutoFit/>
          </a:bodyPr>
          <a:lstStyle xmlns:a="http://schemas.openxmlformats.org/drawingml/2006/main"/>
          <a:p xmlns:a="http://schemas.openxmlformats.org/drawingml/2006/main">
            <a:pPr>
              <a:buNone/>
              <a:defRPr sz="1300">
                <a:solidFill>
                  <a:srgbClr val="CBD5E1"/>
                </a:solidFill>
              </a:defRPr>
            </a:pPr>
            <a:r>
              <a:t>Qwen sinh câu trả lời; GroqCloud cung cấp hạ tầng chạy mô hình</a:t>
            </a:r>
          </a:p>
        </p:txBody>
      </p:sp>
      <p:sp>
        <p:nvSpPr>
          <p:cNvPr id="6" name="Rounded Rectangle 5">
            <a:extLst xmlns:a="http://schemas.openxmlformats.org/drawingml/2006/main">
              <a:ext uri="{FF2B5EF4-FFF2-40B4-BE49-F238E27FC236}">
                <a16:creationId xmlns:a16="http://schemas.microsoft.com/office/drawing/2014/main" id="{329BC915-D41A-4FDF-8F56-B004E74C7F98}"/>
              </a:ext>
            </a:extLst>
          </p:cNvPr>
          <p:cNvSpPr>
            <a:spLocks xmlns:a="http://schemas.openxmlformats.org/drawingml/2006/main" noGrp="1"/>
          </p:cNvSpPr>
          <p:nvPr/>
        </p:nvSpPr>
        <p:spPr>
          <a:xfrm xmlns:a="http://schemas.openxmlformats.org/drawingml/2006/main">
            <a:off x="731520" y="1828800"/>
            <a:ext cx="5120640" cy="4480560"/>
          </a:xfrm>
          <a:prstGeom xmlns:a="http://schemas.openxmlformats.org/drawingml/2006/main" prst="roundRect">
            <a:avLst/>
          </a:prstGeom>
          <a:solidFill xmlns:a="http://schemas.openxmlformats.org/drawingml/2006/main">
            <a:srgbClr val="1E293B"/>
          </a:solidFill>
          <a:ln xmlns:a="http://schemas.openxmlformats.org/drawingml/2006/main">
            <a:solidFill>
              <a:srgbClr val="334155"/>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lIns="320040" tIns="274320" rIns="320040" anchor="ctr"/>
          <a:lstStyle xmlns:a="http://schemas.openxmlformats.org/drawingml/2006/main"/>
          <a:p xmlns:a="http://schemas.openxmlformats.org/drawingml/2006/main">
            <a:pPr algn="ctr">
              <a:buNone/>
              <a:defRPr sz="1500" b="1">
                <a:solidFill>
                  <a:srgbClr val="F59E0B"/>
                </a:solidFill>
              </a:defRPr>
            </a:pPr>
            <a:r>
              <a:t>1. GROQ LÀ GÌ TRONG ĐỒ ÁN?</a:t>
            </a:r>
          </a:p>
          <a:p xmlns:a="http://schemas.openxmlformats.org/drawingml/2006/main">
            <a:pPr>
              <a:spcBef>
                <a:spcPts val="800"/>
              </a:spcBef>
              <a:buNone/>
              <a:defRPr sz="1200" b="1">
                <a:solidFill>
                  <a:srgbClr val="F8FAFC"/>
                </a:solidFill>
              </a:defRPr>
            </a:pPr>
            <a:r>
              <a:t>• Qwen (Qwen </a:t>
            </a:r>
            <a:r>
              <a:t>3</a:t>
            </a:r>
            <a:r>
              <a:t>.</a:t>
            </a:r>
            <a:r>
              <a:t>8</a:t>
            </a:r>
            <a:r>
              <a:t> </a:t>
            </a:r>
            <a:r>
              <a:t>27</a:t>
            </a:r>
            <a:r>
              <a:t>B):</a:t>
            </a:r>
          </a:p>
          <a:p xmlns:a="http://schemas.openxmlformats.org/drawingml/2006/main">
            <a:pPr>
              <a:spcBef>
                <a:spcPts val="200"/>
              </a:spcBef>
              <a:buNone/>
              <a:defRPr sz="1100">
                <a:solidFill>
                  <a:srgbClr val="CBD5E1"/>
                </a:solidFill>
              </a:defRPr>
            </a:pPr>
            <a:r>
              <a:t>Mô hình xử lý ngữ cảnh và sinh câu trả lời tư vấn.</a:t>
            </a:r>
          </a:p>
          <a:p xmlns:a="http://schemas.openxmlformats.org/drawingml/2006/main">
            <a:pPr>
              <a:spcBef>
                <a:spcPts val="700"/>
              </a:spcBef>
              <a:buNone/>
              <a:defRPr sz="1200" b="1">
                <a:solidFill>
                  <a:srgbClr val="F8FAFC"/>
                </a:solidFill>
              </a:defRPr>
            </a:pPr>
            <a:r>
              <a:t>• GroqCloud:</a:t>
            </a:r>
          </a:p>
          <a:p xmlns:a="http://schemas.openxmlformats.org/drawingml/2006/main">
            <a:pPr>
              <a:spcBef>
                <a:spcPts val="200"/>
              </a:spcBef>
              <a:buNone/>
              <a:defRPr sz="1100">
                <a:solidFill>
                  <a:srgbClr val="CBD5E1"/>
                </a:solidFill>
              </a:defRPr>
            </a:pPr>
            <a:r>
              <a:t>Dịch vụ chạy mô hình trên hạ tầng suy luận LPU và cung cấp API.</a:t>
            </a:r>
          </a:p>
          <a:p xmlns:a="http://schemas.openxmlformats.org/drawingml/2006/main">
            <a:pPr>
              <a:spcBef>
                <a:spcPts val="700"/>
              </a:spcBef>
              <a:buNone/>
              <a:defRPr sz="1200" b="1">
                <a:solidFill>
                  <a:srgbClr val="F8FAFC"/>
                </a:solidFill>
              </a:defRPr>
            </a:pPr>
            <a:r>
              <a:t>• Groq SDK (Tích hợp Backend):</a:t>
            </a:r>
          </a:p>
          <a:p xmlns:a="http://schemas.openxmlformats.org/drawingml/2006/main">
            <a:pPr>
              <a:spcBef>
                <a:spcPts val="200"/>
              </a:spcBef>
              <a:buNone/>
              <a:defRPr sz="1100">
                <a:solidFill>
                  <a:srgbClr val="CBD5E1"/>
                </a:solidFill>
              </a:defRPr>
            </a:pPr>
            <a:r>
              <a:t>Thư viện giúp Backend NestJS gọi API và nhận câu trả lời.</a:t>
            </a:r>
          </a:p>
          <a:p xmlns:a="http://schemas.openxmlformats.org/drawingml/2006/main">
            <a:pPr>
              <a:spcBef>
                <a:spcPts val="700"/>
              </a:spcBef>
              <a:buNone/>
              <a:defRPr sz="1200" b="1">
                <a:solidFill>
                  <a:srgbClr val="38BDF8"/>
                </a:solidFill>
              </a:defRPr>
            </a:pPr>
            <a:r>
              <a:t>• Cách đồ án sử dụng:</a:t>
            </a:r>
          </a:p>
          <a:p xmlns:a="http://schemas.openxmlformats.org/drawingml/2006/main">
            <a:pPr>
              <a:spcBef>
                <a:spcPts val="200"/>
              </a:spcBef>
              <a:buNone/>
              <a:defRPr sz="1100">
                <a:solidFill>
                  <a:srgbClr val="E2E8F0"/>
                </a:solidFill>
              </a:defRPr>
            </a:pPr>
            <a:r>
              <a:t>NestJS gửi câu hỏi + KB + lịch sử → Qwen trên GroqCloud → Backend nhận và lưu câu trả lời.</a:t>
            </a:r>
          </a:p>
        </p:txBody>
      </p:sp>
      <p:sp>
        <p:nvSpPr>
          <p:cNvPr id="7" name="Rounded Rectangle 6">
            <a:extLst xmlns:a="http://schemas.openxmlformats.org/drawingml/2006/main">
              <a:ext uri="{FF2B5EF4-FFF2-40B4-BE49-F238E27FC236}">
                <a16:creationId xmlns:a16="http://schemas.microsoft.com/office/drawing/2014/main" id="{2C4A162D-A027-4D60-BE61-245A82C0340E}"/>
              </a:ext>
            </a:extLst>
          </p:cNvPr>
          <p:cNvSpPr>
            <a:spLocks xmlns:a="http://schemas.openxmlformats.org/drawingml/2006/main" noGrp="1"/>
          </p:cNvSpPr>
          <p:nvPr/>
        </p:nvSpPr>
        <p:spPr>
          <a:xfrm xmlns:a="http://schemas.openxmlformats.org/drawingml/2006/main">
            <a:off x="6217920" y="1828800"/>
            <a:ext cx="5212080" cy="4480560"/>
          </a:xfrm>
          <a:prstGeom xmlns:a="http://schemas.openxmlformats.org/drawingml/2006/main" prst="roundRect">
            <a:avLst/>
          </a:prstGeom>
          <a:solidFill xmlns:a="http://schemas.openxmlformats.org/drawingml/2006/main">
            <a:srgbClr val="1E293B"/>
          </a:solidFill>
          <a:ln xmlns:a="http://schemas.openxmlformats.org/drawingml/2006/main">
            <a:solidFill>
              <a:srgbClr val="334155"/>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lIns="320040" tIns="274320" rIns="320040" anchor="ctr"/>
          <a:lstStyle xmlns:a="http://schemas.openxmlformats.org/drawingml/2006/main"/>
          <a:p xmlns:a="http://schemas.openxmlformats.org/drawingml/2006/main">
            <a:pPr algn="ctr">
              <a:buNone/>
              <a:defRPr sz="1500" b="1">
                <a:solidFill>
                  <a:srgbClr val="818CF8"/>
                </a:solidFill>
              </a:defRPr>
            </a:pPr>
            <a:r>
              <a:t>2. LÝ DO LỰA CHỌN GROQ Ở HIỆN TẠI</a:t>
            </a:r>
          </a:p>
          <a:p xmlns:a="http://schemas.openxmlformats.org/drawingml/2006/main">
            <a:pPr>
              <a:spcBef>
                <a:spcPts val="800"/>
              </a:spcBef>
              <a:buNone/>
              <a:defRPr sz="1200" b="1">
                <a:solidFill>
                  <a:srgbClr val="F8FAFC"/>
                </a:solidFill>
              </a:defRPr>
            </a:pPr>
            <a:r>
              <a:t>✔ Ưu tiên chi phí thử nghiệm:</a:t>
            </a:r>
          </a:p>
          <a:p xmlns:a="http://schemas.openxmlformats.org/drawingml/2006/main">
            <a:pPr>
              <a:spcBef>
                <a:spcPts val="200"/>
              </a:spcBef>
              <a:buNone/>
              <a:defRPr sz="1100">
                <a:solidFill>
                  <a:srgbClr val="CBD5E1"/>
                </a:solidFill>
              </a:defRPr>
            </a:pPr>
            <a:r>
              <a:t>Hạn mức miễn phí phù hợp để nhóm kiểm thử nhiều lượt hỏi đáp trong giai đoạn đồ án.</a:t>
            </a:r>
          </a:p>
          <a:p xmlns:a="http://schemas.openxmlformats.org/drawingml/2006/main">
            <a:pPr>
              <a:spcBef>
                <a:spcPts val="700"/>
              </a:spcBef>
              <a:buNone/>
              <a:defRPr sz="1200" b="1">
                <a:solidFill>
                  <a:srgbClr val="F8FAFC"/>
                </a:solidFill>
              </a:defRPr>
            </a:pPr>
            <a:r>
              <a:t>✔ Phản hồi nhanh trong thử nghiệm:</a:t>
            </a:r>
          </a:p>
          <a:p xmlns:a="http://schemas.openxmlformats.org/drawingml/2006/main">
            <a:pPr>
              <a:spcBef>
                <a:spcPts val="200"/>
              </a:spcBef>
              <a:buNone/>
              <a:defRPr sz="1100">
                <a:solidFill>
                  <a:srgbClr val="CBD5E1"/>
                </a:solidFill>
              </a:defRPr>
            </a:pPr>
            <a:r>
              <a:t>Nhóm đã thử hỏi đáp và ghi nhận phản hồi nhanh, phù hợp với trải nghiệm tư vấn trong Inbox.</a:t>
            </a:r>
          </a:p>
          <a:p xmlns:a="http://schemas.openxmlformats.org/drawingml/2006/main">
            <a:pPr>
              <a:spcBef>
                <a:spcPts val="700"/>
              </a:spcBef>
              <a:buNone/>
              <a:defRPr sz="1200" b="1">
                <a:solidFill>
                  <a:srgbClr val="F8FAFC"/>
                </a:solidFill>
              </a:defRPr>
            </a:pPr>
            <a:r>
              <a:t>✔ Không cần tự triển khai mô hình:</a:t>
            </a:r>
          </a:p>
          <a:p xmlns:a="http://schemas.openxmlformats.org/drawingml/2006/main">
            <a:pPr>
              <a:spcBef>
                <a:spcPts val="200"/>
              </a:spcBef>
              <a:buNone/>
              <a:defRPr sz="1100">
                <a:solidFill>
                  <a:srgbClr val="CBD5E1"/>
                </a:solidFill>
              </a:defRPr>
            </a:pPr>
            <a:r>
              <a:t>Backend gọi API; nhóm không cần tự cài mô hình hoặc thuê GPU riêng.</a:t>
            </a:r>
          </a:p>
          <a:p xmlns:a="http://schemas.openxmlformats.org/drawingml/2006/main">
            <a:pPr>
              <a:spcBef>
                <a:spcPts val="700"/>
              </a:spcBef>
              <a:buNone/>
              <a:defRPr sz="1200" b="1">
                <a:solidFill>
                  <a:srgbClr val="F8FAFC"/>
                </a:solidFill>
              </a:defRPr>
            </a:pPr>
            <a:r>
              <a:t>• Phạm vi triển khai hiện tại:</a:t>
            </a:r>
          </a:p>
          <a:p xmlns:a="http://schemas.openxmlformats.org/drawingml/2006/main">
            <a:pPr>
              <a:spcBef>
                <a:spcPts val="200"/>
              </a:spcBef>
              <a:buNone/>
              <a:defRPr sz="1100">
                <a:solidFill>
                  <a:srgbClr val="CBD5E1"/>
                </a:solidFill>
              </a:defRPr>
            </a:pPr>
            <a:r>
              <a:t>Tư vấn bằng văn bản dựa trên KB và lịch sử. Đây là phạm vi đồ án, không phải giới hạn của Groq.</a:t>
            </a:r>
          </a:p>
        </p:txBody>
      </p:sp>
    </p:spTree>
    <p:extLst>
      <p:ext uri="{BB962C8B-B14F-4D97-AF65-F5344CB8AC3E}">
        <p14:creationId xmlns:p14="http://schemas.microsoft.com/office/powerpoint/2010/main" val="1583141976"/>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2AC3D723-678B-4010-A4C0-986C75603904}"/>
              </a:ext>
            </a:extLst>
          </p:cNvPr>
          <p:cNvSpPr>
            <a:spLocks xmlns:a="http://schemas.openxmlformats.org/drawingml/2006/main" noGrp="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0F172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Rounded Rectangle 2">
            <a:extLst xmlns:a="http://schemas.openxmlformats.org/drawingml/2006/main">
              <a:ext uri="{FF2B5EF4-FFF2-40B4-BE49-F238E27FC236}">
                <a16:creationId xmlns:a16="http://schemas.microsoft.com/office/drawing/2014/main" id="{8BFAF738-07A6-46D6-842E-AD9C08DBA55E}"/>
              </a:ext>
            </a:extLst>
          </p:cNvPr>
          <p:cNvSpPr>
            <a:spLocks xmlns:a="http://schemas.openxmlformats.org/drawingml/2006/main" noGrp="1"/>
          </p:cNvSpPr>
          <p:nvPr/>
        </p:nvSpPr>
        <p:spPr>
          <a:xfrm xmlns:a="http://schemas.openxmlformats.org/drawingml/2006/main">
            <a:off x="731520" y="365760"/>
            <a:ext cx="2377440" cy="329184"/>
          </a:xfrm>
          <a:prstGeom xmlns:a="http://schemas.openxmlformats.org/drawingml/2006/main" prst="roundRect">
            <a:avLst/>
          </a:prstGeom>
          <a:solidFill xmlns:a="http://schemas.openxmlformats.org/drawingml/2006/main">
            <a:srgbClr val="1E293B"/>
          </a:solidFill>
          <a:ln xmlns:a="http://schemas.openxmlformats.org/drawingml/2006/main">
            <a:solidFill>
              <a:srgbClr val="F97316"/>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defRPr sz="1100" b="1">
                <a:solidFill>
                  <a:srgbClr val="F97316"/>
                </a:solidFill>
              </a:defRPr>
            </a:pPr>
            <a:r>
              <a:t>SLIDE 04 • TIẾN TRÌNH KỸ THUẬT</a:t>
            </a:r>
          </a:p>
        </p:txBody>
      </p:sp>
      <p:sp>
        <p:nvSpPr>
          <p:cNvPr id="4" name="TextBox 3">
            <a:extLst xmlns:a="http://schemas.openxmlformats.org/drawingml/2006/main">
              <a:ext uri="{FF2B5EF4-FFF2-40B4-BE49-F238E27FC236}">
                <a16:creationId xmlns:a16="http://schemas.microsoft.com/office/drawing/2014/main" id="{FF30274E-95D0-402A-B834-B912AA021DC7}"/>
              </a:ext>
            </a:extLst>
          </p:cNvPr>
          <p:cNvSpPr>
            <a:spLocks xmlns:a="http://schemas.openxmlformats.org/drawingml/2006/main" noGrp="1"/>
          </p:cNvSpPr>
          <p:nvPr/>
        </p:nvSpPr>
        <p:spPr>
          <a:xfrm xmlns:a="http://schemas.openxmlformats.org/drawingml/2006/main">
            <a:off x="731520" y="749808"/>
            <a:ext cx="10698480" cy="7315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buNone/>
              <a:defRPr sz="2800" b="1">
                <a:solidFill>
                  <a:srgbClr val="F8FAFC"/>
                </a:solidFill>
              </a:defRPr>
            </a:pPr>
            <a:r>
              <a:t>Sơ Đồ Tuần Tự (UML Sequence Diagram) - Tiến Trình Tư Vấn AI</a:t>
            </a:r>
          </a:p>
        </p:txBody>
      </p:sp>
      <p:sp>
        <p:nvSpPr>
          <p:cNvPr id="5" name="TextBox 4">
            <a:extLst xmlns:a="http://schemas.openxmlformats.org/drawingml/2006/main">
              <a:ext uri="{FF2B5EF4-FFF2-40B4-BE49-F238E27FC236}">
                <a16:creationId xmlns:a16="http://schemas.microsoft.com/office/drawing/2014/main" id="{3DC4A24F-D9AE-49EF-9D3C-91B076BB7952}"/>
              </a:ext>
            </a:extLst>
          </p:cNvPr>
          <p:cNvSpPr>
            <a:spLocks xmlns:a="http://schemas.openxmlformats.org/drawingml/2006/main" noGrp="1"/>
          </p:cNvSpPr>
          <p:nvPr/>
        </p:nvSpPr>
        <p:spPr>
          <a:xfrm xmlns:a="http://schemas.openxmlformats.org/drawingml/2006/main">
            <a:off x="731520" y="1371600"/>
            <a:ext cx="10698480" cy="365760"/>
          </a:xfrm>
          <a:prstGeom xmlns:a="http://schemas.openxmlformats.org/drawingml/2006/main" prst="rect">
            <a:avLst/>
          </a:prstGeom>
          <a:noFill xmlns:a="http://schemas.openxmlformats.org/drawingml/2006/main"/>
        </p:spPr>
        <p:txBody>
          <a:bodyPr xmlns:a="http://schemas.openxmlformats.org/drawingml/2006/main" wrap="none">
            <a:spAutoFit/>
          </a:bodyPr>
          <a:lstStyle xmlns:a="http://schemas.openxmlformats.org/drawingml/2006/main"/>
          <a:p xmlns:a="http://schemas.openxmlformats.org/drawingml/2006/main">
            <a:pPr>
              <a:buNone/>
              <a:defRPr sz="1300">
                <a:solidFill>
                  <a:srgbClr val="CBD5E1"/>
                </a:solidFill>
              </a:defRPr>
            </a:pPr>
            <a:r>
              <a:t>Tương tác tuần tự giữa Khách hàng, Backend NestJS, Postgres DB và Groq Cloud API</a:t>
            </a:r>
          </a:p>
        </p:txBody>
      </p:sp>
      <p:pic>
        <p:nvPicPr>
          <p:cNvPr id="11" name="Picture 5"/>
          <p:cNvPicPr>
            <a:picLocks xmlns:a="http://schemas.openxmlformats.org/drawingml/2006/main" noChangeAspect="1"/>
          </p:cNvPicPr>
          <p:nvPr/>
        </p:nvPicPr>
        <p:blipFill>
          <a:blip xmlns:r="http://schemas.openxmlformats.org/officeDocument/2006/relationships" xmlns:a="http://schemas.openxmlformats.org/drawingml/2006/main" r:embed="Rcf330816a5034bef"/>
          <a:stretch xmlns:a="http://schemas.openxmlformats.org/drawingml/2006/main">
            <a:fillRect l="0" t="0" r="0" b="0"/>
          </a:stretch>
        </p:blipFill>
        <p:spPr>
          <a:xfrm xmlns:a="http://schemas.openxmlformats.org/drawingml/2006/main">
            <a:off x="731520" y="1691640"/>
            <a:ext cx="10728655" cy="4800600"/>
          </a:xfrm>
          <a:prstGeom xmlns:a="http://schemas.openxmlformats.org/drawingml/2006/main" prst="rect">
            <a:avLst/>
          </a:prstGeom>
        </p:spPr>
      </p:pic>
    </p:spTree>
    <p:extLst>
      <p:ext uri="{BB962C8B-B14F-4D97-AF65-F5344CB8AC3E}">
        <p14:creationId xmlns:p14="http://schemas.microsoft.com/office/powerpoint/2010/main" val="883392206"/>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2026-10-02T15:57:23.3710000Z</dcterms:created>
  <dcterms:modified xsi:type="dcterms:W3CDTF">2026-10-02T15:57:23.3710000Z</dcterms:modified>
</coreProperties>
</file>